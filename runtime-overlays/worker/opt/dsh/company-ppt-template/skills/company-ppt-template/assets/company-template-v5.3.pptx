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28"/>
  </p:handoutMasterIdLst>
  <p:sldIdLst>
    <p:sldId id="409" r:id="rId3"/>
    <p:sldId id="479" r:id="rId4"/>
    <p:sldId id="446" r:id="rId5"/>
    <p:sldId id="443" r:id="rId7"/>
    <p:sldId id="442" r:id="rId8"/>
    <p:sldId id="391" r:id="rId9"/>
    <p:sldId id="363" r:id="rId10"/>
    <p:sldId id="478" r:id="rId11"/>
    <p:sldId id="273" r:id="rId12"/>
    <p:sldId id="272" r:id="rId13"/>
    <p:sldId id="435" r:id="rId14"/>
    <p:sldId id="436" r:id="rId15"/>
    <p:sldId id="437" r:id="rId16"/>
    <p:sldId id="464" r:id="rId17"/>
    <p:sldId id="477" r:id="rId18"/>
    <p:sldId id="470" r:id="rId19"/>
    <p:sldId id="473" r:id="rId20"/>
    <p:sldId id="474" r:id="rId21"/>
    <p:sldId id="469" r:id="rId22"/>
    <p:sldId id="475" r:id="rId23"/>
    <p:sldId id="471" r:id="rId24"/>
    <p:sldId id="472" r:id="rId25"/>
    <p:sldId id="476" r:id="rId26"/>
    <p:sldId id="447" r:id="rId27"/>
  </p:sldIdLst>
  <p:sldSz cx="12192000" cy="6858000"/>
  <p:notesSz cx="7103745" cy="10234295"/>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8" userDrawn="1">
          <p15:clr>
            <a:srgbClr val="A4A3A4"/>
          </p15:clr>
        </p15:guide>
        <p15:guide id="2" pos="389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e Ming" initials="LM" lastIdx="1" clrIdx="0"/>
  <p:cmAuthor id="0" name="Sky123.Org" initials="S" lastIdx="16" clrIdx="0"/>
  <p:cmAuthor id="3" name="M00004065" initials="M" lastIdx="6" clrIdx="2"/>
  <p:cmAuthor id="4" name="Administrator" initials="A" lastIdx="0" clrIdx="3"/>
  <p:cmAuthor id="5" name="Yuan Meng" initials="YM" lastIdx="0" clrIdx="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5E4EF"/>
    <a:srgbClr val="FFCDAB"/>
    <a:srgbClr val="0FAF9B"/>
    <a:srgbClr val="999999"/>
    <a:srgbClr val="666666"/>
    <a:srgbClr val="333333"/>
    <a:srgbClr val="FF841E"/>
    <a:srgbClr val="5BBDE1"/>
    <a:srgbClr val="CCCCCC"/>
    <a:srgbClr val="FFB6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388"/>
        <p:guide pos="3898"/>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gs" Target="tags/tag168.xml"/><Relationship Id="rId32" Type="http://schemas.openxmlformats.org/officeDocument/2006/relationships/commentAuthors" Target="commentAuthors.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atin typeface="思源黑体 CN Regular" panose="020B0500000000000000" charset="-122"/>
                <a:ea typeface="思源黑体 CN Regular" panose="020B0500000000000000" charset="-122"/>
              </a:defRPr>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atin typeface="思源黑体 CN Regular" panose="020B0500000000000000" charset="-122"/>
                <a:ea typeface="思源黑体 CN Regular" panose="020B0500000000000000" charset="-122"/>
              </a:defRPr>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atin typeface="思源黑体 CN Regular" panose="020B0500000000000000" charset="-122"/>
                <a:ea typeface="思源黑体 CN Regular" panose="020B0500000000000000" charset="-122"/>
              </a:defRPr>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atin typeface="思源黑体 CN Regular" panose="020B0500000000000000" charset="-122"/>
                <a:ea typeface="思源黑体 CN Regular" panose="020B0500000000000000" charset="-122"/>
              </a:defRPr>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mn-cs"/>
      </a:defRPr>
    </a:lvl1pPr>
    <a:lvl2pPr marL="4572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mn-cs"/>
      </a:defRPr>
    </a:lvl2pPr>
    <a:lvl3pPr marL="9144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mn-cs"/>
      </a:defRPr>
    </a:lvl3pPr>
    <a:lvl4pPr marL="13716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mn-cs"/>
      </a:defRPr>
    </a:lvl4pPr>
    <a:lvl5pPr marL="1828800" algn="l" defTabSz="914400" rtl="0" eaLnBrk="1" latinLnBrk="0" hangingPunct="1">
      <a:defRPr sz="1200" kern="1200">
        <a:solidFill>
          <a:schemeClr val="tx1"/>
        </a:solidFill>
        <a:latin typeface="思源黑体 CN Regular" panose="020B0500000000000000" charset="-122"/>
        <a:ea typeface="思源黑体 CN Regular" panose="020B0500000000000000"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7" name="文本框 6"/>
          <p:cNvSpPr txBox="1"/>
          <p:nvPr userDrawn="1"/>
        </p:nvSpPr>
        <p:spPr>
          <a:xfrm>
            <a:off x="6737350" y="6419850"/>
            <a:ext cx="6517640" cy="281940"/>
          </a:xfrm>
          <a:prstGeom prst="rect">
            <a:avLst/>
          </a:prstGeom>
          <a:noFill/>
        </p:spPr>
        <p:txBody>
          <a:bodyPr wrap="square" tIns="71755" bIns="71755" rtlCol="0" anchor="t">
            <a:spAutoFit/>
          </a:bodyPr>
          <a:p>
            <a:pPr algn="ctr" fontAlgn="base"/>
            <a:r>
              <a:rPr lang="en-US" altLang="zh-CN" sz="900">
                <a:solidFill>
                  <a:schemeClr val="bg1">
                    <a:lumMod val="50000"/>
                  </a:schemeClr>
                </a:solidFill>
                <a:latin typeface="思源黑体 CN Regular" panose="020B0500000000000000" charset="-122"/>
                <a:ea typeface="思源黑体 CN Regular" panose="020B0500000000000000" charset="-122"/>
                <a:cs typeface="思源黑体 CN Regular" panose="020B0500000000000000" charset="-122"/>
                <a:sym typeface="+mn-ea"/>
              </a:rPr>
              <a:t>电源</a:t>
            </a:r>
            <a:r>
              <a:rPr lang="zh-CN" altLang="en-US" sz="900">
                <a:solidFill>
                  <a:schemeClr val="bg1">
                    <a:lumMod val="50000"/>
                  </a:schemeClr>
                </a:solidFill>
                <a:latin typeface="思源黑体 CN Regular" panose="020B0500000000000000" charset="-122"/>
                <a:ea typeface="思源黑体 CN Regular" panose="020B0500000000000000" charset="-122"/>
                <a:cs typeface="思源黑体 CN Regular" panose="020B0500000000000000" charset="-122"/>
                <a:sym typeface="+mn-ea"/>
              </a:rPr>
              <a:t>产品</a:t>
            </a:r>
            <a:r>
              <a:rPr lang="en-US" altLang="zh-CN" sz="900">
                <a:solidFill>
                  <a:schemeClr val="bg1">
                    <a:lumMod val="50000"/>
                  </a:schemeClr>
                </a:solidFill>
                <a:latin typeface="思源黑体 CN Regular" panose="020B0500000000000000" charset="-122"/>
                <a:ea typeface="思源黑体 CN Regular" panose="020B0500000000000000" charset="-122"/>
                <a:cs typeface="思源黑体 CN Regular" panose="020B0500000000000000" charset="-122"/>
                <a:sym typeface="+mn-ea"/>
              </a:rPr>
              <a:t> | 新能源交通 | 工业自动化 | 智慧生活 | 智能装备 | 磁电精造</a:t>
            </a:r>
            <a:endParaRPr lang="en-US" altLang="zh-CN" sz="900">
              <a:solidFill>
                <a:schemeClr val="bg1">
                  <a:lumMod val="50000"/>
                </a:schemeClr>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pic>
        <p:nvPicPr>
          <p:cNvPr id="2" name="图片 1" descr="中英logo"/>
          <p:cNvPicPr>
            <a:picLocks noChangeAspect="1"/>
          </p:cNvPicPr>
          <p:nvPr userDrawn="1"/>
        </p:nvPicPr>
        <p:blipFill>
          <a:blip r:embed="rId2"/>
          <a:srcRect t="58423"/>
          <a:stretch>
            <a:fillRect/>
          </a:stretch>
        </p:blipFill>
        <p:spPr>
          <a:xfrm>
            <a:off x="10110958" y="279004"/>
            <a:ext cx="1740535" cy="35941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2" Type="http://schemas.openxmlformats.org/officeDocument/2006/relationships/slideLayout" Target="../slideLayouts/slideLayout1.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xml"/><Relationship Id="rId7" Type="http://schemas.openxmlformats.org/officeDocument/2006/relationships/image" Target="../media/image3.png"/><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xml"/><Relationship Id="rId6" Type="http://schemas.openxmlformats.org/officeDocument/2006/relationships/tags" Target="../tags/tag30.xml"/><Relationship Id="rId5" Type="http://schemas.openxmlformats.org/officeDocument/2006/relationships/image" Target="../media/image5.png"/><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tags" Target="../tags/tag34.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image" Target="../media/image3.png"/><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4" Type="http://schemas.openxmlformats.org/officeDocument/2006/relationships/slideLayout" Target="../slideLayouts/slideLayout1.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3" Type="http://schemas.openxmlformats.org/officeDocument/2006/relationships/slideLayout" Target="../slideLayouts/slideLayout1.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tags" Target="../tags/tag5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9" Type="http://schemas.openxmlformats.org/officeDocument/2006/relationships/tags" Target="../tags/tag76.xml"/><Relationship Id="rId8" Type="http://schemas.openxmlformats.org/officeDocument/2006/relationships/tags" Target="../tags/tag75.xml"/><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4" Type="http://schemas.openxmlformats.org/officeDocument/2006/relationships/slideLayout" Target="../slideLayouts/slideLayout1.xml"/><Relationship Id="rId13" Type="http://schemas.openxmlformats.org/officeDocument/2006/relationships/tags" Target="../tags/tag80.xml"/><Relationship Id="rId12" Type="http://schemas.openxmlformats.org/officeDocument/2006/relationships/tags" Target="../tags/tag79.xml"/><Relationship Id="rId11" Type="http://schemas.openxmlformats.org/officeDocument/2006/relationships/tags" Target="../tags/tag78.xml"/><Relationship Id="rId10" Type="http://schemas.openxmlformats.org/officeDocument/2006/relationships/tags" Target="../tags/tag77.xml"/><Relationship Id="rId1" Type="http://schemas.openxmlformats.org/officeDocument/2006/relationships/tags" Target="../tags/tag68.xml"/></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tags" Target="../tags/tag96.xml"/><Relationship Id="rId7" Type="http://schemas.openxmlformats.org/officeDocument/2006/relationships/tags" Target="../tags/tag95.xml"/><Relationship Id="rId6" Type="http://schemas.openxmlformats.org/officeDocument/2006/relationships/tags" Target="../tags/tag94.xml"/><Relationship Id="rId5" Type="http://schemas.openxmlformats.org/officeDocument/2006/relationships/tags" Target="../tags/tag93.xml"/><Relationship Id="rId43" Type="http://schemas.openxmlformats.org/officeDocument/2006/relationships/slideLayout" Target="../slideLayouts/slideLayout1.xml"/><Relationship Id="rId42" Type="http://schemas.openxmlformats.org/officeDocument/2006/relationships/image" Target="../media/image19.svg"/><Relationship Id="rId41" Type="http://schemas.openxmlformats.org/officeDocument/2006/relationships/image" Target="../media/image18.svg"/><Relationship Id="rId40" Type="http://schemas.openxmlformats.org/officeDocument/2006/relationships/image" Target="../media/image17.svg"/><Relationship Id="rId4" Type="http://schemas.openxmlformats.org/officeDocument/2006/relationships/tags" Target="../tags/tag92.xml"/><Relationship Id="rId39" Type="http://schemas.openxmlformats.org/officeDocument/2006/relationships/image" Target="../media/image16.svg"/><Relationship Id="rId38" Type="http://schemas.openxmlformats.org/officeDocument/2006/relationships/image" Target="../media/image15.svg"/><Relationship Id="rId37" Type="http://schemas.openxmlformats.org/officeDocument/2006/relationships/image" Target="../media/image14.png"/><Relationship Id="rId36" Type="http://schemas.openxmlformats.org/officeDocument/2006/relationships/image" Target="../media/image13.svg"/><Relationship Id="rId35" Type="http://schemas.openxmlformats.org/officeDocument/2006/relationships/image" Target="../media/image12.png"/><Relationship Id="rId34" Type="http://schemas.openxmlformats.org/officeDocument/2006/relationships/image" Target="../media/image11.svg"/><Relationship Id="rId33" Type="http://schemas.openxmlformats.org/officeDocument/2006/relationships/image" Target="../media/image10.png"/><Relationship Id="rId32" Type="http://schemas.openxmlformats.org/officeDocument/2006/relationships/tags" Target="../tags/tag120.xml"/><Relationship Id="rId31" Type="http://schemas.openxmlformats.org/officeDocument/2006/relationships/tags" Target="../tags/tag119.xml"/><Relationship Id="rId30" Type="http://schemas.openxmlformats.org/officeDocument/2006/relationships/tags" Target="../tags/tag118.xml"/><Relationship Id="rId3" Type="http://schemas.openxmlformats.org/officeDocument/2006/relationships/tags" Target="../tags/tag91.xml"/><Relationship Id="rId29" Type="http://schemas.openxmlformats.org/officeDocument/2006/relationships/tags" Target="../tags/tag117.xml"/><Relationship Id="rId28" Type="http://schemas.openxmlformats.org/officeDocument/2006/relationships/tags" Target="../tags/tag116.xml"/><Relationship Id="rId27" Type="http://schemas.openxmlformats.org/officeDocument/2006/relationships/tags" Target="../tags/tag115.xml"/><Relationship Id="rId26" Type="http://schemas.openxmlformats.org/officeDocument/2006/relationships/tags" Target="../tags/tag114.xml"/><Relationship Id="rId25" Type="http://schemas.openxmlformats.org/officeDocument/2006/relationships/tags" Target="../tags/tag113.xml"/><Relationship Id="rId24" Type="http://schemas.openxmlformats.org/officeDocument/2006/relationships/tags" Target="../tags/tag112.xml"/><Relationship Id="rId23" Type="http://schemas.openxmlformats.org/officeDocument/2006/relationships/tags" Target="../tags/tag111.xml"/><Relationship Id="rId22" Type="http://schemas.openxmlformats.org/officeDocument/2006/relationships/tags" Target="../tags/tag110.xml"/><Relationship Id="rId21" Type="http://schemas.openxmlformats.org/officeDocument/2006/relationships/tags" Target="../tags/tag109.xml"/><Relationship Id="rId20" Type="http://schemas.openxmlformats.org/officeDocument/2006/relationships/tags" Target="../tags/tag108.xml"/><Relationship Id="rId2" Type="http://schemas.openxmlformats.org/officeDocument/2006/relationships/tags" Target="../tags/tag90.xml"/><Relationship Id="rId19" Type="http://schemas.openxmlformats.org/officeDocument/2006/relationships/tags" Target="../tags/tag107.xml"/><Relationship Id="rId18" Type="http://schemas.openxmlformats.org/officeDocument/2006/relationships/tags" Target="../tags/tag106.xml"/><Relationship Id="rId17" Type="http://schemas.openxmlformats.org/officeDocument/2006/relationships/tags" Target="../tags/tag105.xml"/><Relationship Id="rId16" Type="http://schemas.openxmlformats.org/officeDocument/2006/relationships/tags" Target="../tags/tag104.xml"/><Relationship Id="rId15" Type="http://schemas.openxmlformats.org/officeDocument/2006/relationships/tags" Target="../tags/tag103.xml"/><Relationship Id="rId14" Type="http://schemas.openxmlformats.org/officeDocument/2006/relationships/tags" Target="../tags/tag102.xml"/><Relationship Id="rId13" Type="http://schemas.openxmlformats.org/officeDocument/2006/relationships/tags" Target="../tags/tag101.xml"/><Relationship Id="rId12" Type="http://schemas.openxmlformats.org/officeDocument/2006/relationships/tags" Target="../tags/tag100.xml"/><Relationship Id="rId11" Type="http://schemas.openxmlformats.org/officeDocument/2006/relationships/tags" Target="../tags/tag99.xml"/><Relationship Id="rId10" Type="http://schemas.openxmlformats.org/officeDocument/2006/relationships/tags" Target="../tags/tag98.xml"/><Relationship Id="rId1" Type="http://schemas.openxmlformats.org/officeDocument/2006/relationships/tags" Target="../tags/tag89.xml"/></Relationships>
</file>

<file path=ppt/slides/_rels/slide20.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9" Type="http://schemas.openxmlformats.org/officeDocument/2006/relationships/slideLayout" Target="../slideLayouts/slideLayout1.xml"/><Relationship Id="rId18" Type="http://schemas.openxmlformats.org/officeDocument/2006/relationships/tags" Target="../tags/tag138.xml"/><Relationship Id="rId17" Type="http://schemas.openxmlformats.org/officeDocument/2006/relationships/tags" Target="../tags/tag137.xml"/><Relationship Id="rId16" Type="http://schemas.openxmlformats.org/officeDocument/2006/relationships/tags" Target="../tags/tag136.xml"/><Relationship Id="rId15" Type="http://schemas.openxmlformats.org/officeDocument/2006/relationships/tags" Target="../tags/tag135.xml"/><Relationship Id="rId14" Type="http://schemas.openxmlformats.org/officeDocument/2006/relationships/tags" Target="../tags/tag134.xml"/><Relationship Id="rId13" Type="http://schemas.openxmlformats.org/officeDocument/2006/relationships/tags" Target="../tags/tag133.xml"/><Relationship Id="rId12" Type="http://schemas.openxmlformats.org/officeDocument/2006/relationships/tags" Target="../tags/tag132.xml"/><Relationship Id="rId11" Type="http://schemas.openxmlformats.org/officeDocument/2006/relationships/tags" Target="../tags/tag131.xml"/><Relationship Id="rId10" Type="http://schemas.openxmlformats.org/officeDocument/2006/relationships/tags" Target="../tags/tag130.xml"/><Relationship Id="rId1" Type="http://schemas.openxmlformats.org/officeDocument/2006/relationships/tags" Target="../tags/tag1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9" Type="http://schemas.openxmlformats.org/officeDocument/2006/relationships/tags" Target="../tags/tag144.xml"/><Relationship Id="rId8" Type="http://schemas.openxmlformats.org/officeDocument/2006/relationships/image" Target="../media/image22.png"/><Relationship Id="rId7" Type="http://schemas.openxmlformats.org/officeDocument/2006/relationships/tags" Target="../tags/tag143.xml"/><Relationship Id="rId6" Type="http://schemas.openxmlformats.org/officeDocument/2006/relationships/image" Target="../media/image21.jpeg"/><Relationship Id="rId5" Type="http://schemas.openxmlformats.org/officeDocument/2006/relationships/tags" Target="../tags/tag142.xml"/><Relationship Id="rId4" Type="http://schemas.openxmlformats.org/officeDocument/2006/relationships/image" Target="../media/image20.png"/><Relationship Id="rId33" Type="http://schemas.openxmlformats.org/officeDocument/2006/relationships/slideLayout" Target="../slideLayouts/slideLayout1.xml"/><Relationship Id="rId32" Type="http://schemas.openxmlformats.org/officeDocument/2006/relationships/tags" Target="../tags/tag166.xml"/><Relationship Id="rId31" Type="http://schemas.openxmlformats.org/officeDocument/2006/relationships/tags" Target="../tags/tag165.xml"/><Relationship Id="rId30" Type="http://schemas.openxmlformats.org/officeDocument/2006/relationships/tags" Target="../tags/tag164.xml"/><Relationship Id="rId3" Type="http://schemas.openxmlformats.org/officeDocument/2006/relationships/tags" Target="../tags/tag141.xml"/><Relationship Id="rId29" Type="http://schemas.openxmlformats.org/officeDocument/2006/relationships/tags" Target="../tags/tag163.xml"/><Relationship Id="rId28" Type="http://schemas.openxmlformats.org/officeDocument/2006/relationships/tags" Target="../tags/tag162.xml"/><Relationship Id="rId27" Type="http://schemas.openxmlformats.org/officeDocument/2006/relationships/tags" Target="../tags/tag161.xml"/><Relationship Id="rId26" Type="http://schemas.openxmlformats.org/officeDocument/2006/relationships/tags" Target="../tags/tag160.xml"/><Relationship Id="rId25" Type="http://schemas.openxmlformats.org/officeDocument/2006/relationships/tags" Target="../tags/tag159.xml"/><Relationship Id="rId24" Type="http://schemas.openxmlformats.org/officeDocument/2006/relationships/tags" Target="../tags/tag158.xml"/><Relationship Id="rId23" Type="http://schemas.openxmlformats.org/officeDocument/2006/relationships/tags" Target="../tags/tag157.xml"/><Relationship Id="rId22" Type="http://schemas.openxmlformats.org/officeDocument/2006/relationships/tags" Target="../tags/tag156.xml"/><Relationship Id="rId21" Type="http://schemas.openxmlformats.org/officeDocument/2006/relationships/tags" Target="../tags/tag155.xml"/><Relationship Id="rId20" Type="http://schemas.openxmlformats.org/officeDocument/2006/relationships/tags" Target="../tags/tag154.xml"/><Relationship Id="rId2" Type="http://schemas.openxmlformats.org/officeDocument/2006/relationships/tags" Target="../tags/tag140.xml"/><Relationship Id="rId19" Type="http://schemas.openxmlformats.org/officeDocument/2006/relationships/tags" Target="../tags/tag153.xml"/><Relationship Id="rId18" Type="http://schemas.openxmlformats.org/officeDocument/2006/relationships/tags" Target="../tags/tag152.xml"/><Relationship Id="rId17" Type="http://schemas.openxmlformats.org/officeDocument/2006/relationships/tags" Target="../tags/tag151.xml"/><Relationship Id="rId16" Type="http://schemas.openxmlformats.org/officeDocument/2006/relationships/tags" Target="../tags/tag150.xml"/><Relationship Id="rId15" Type="http://schemas.openxmlformats.org/officeDocument/2006/relationships/tags" Target="../tags/tag149.xml"/><Relationship Id="rId14" Type="http://schemas.openxmlformats.org/officeDocument/2006/relationships/tags" Target="../tags/tag148.xml"/><Relationship Id="rId13" Type="http://schemas.openxmlformats.org/officeDocument/2006/relationships/tags" Target="../tags/tag147.xml"/><Relationship Id="rId12" Type="http://schemas.openxmlformats.org/officeDocument/2006/relationships/tags" Target="../tags/tag146.xml"/><Relationship Id="rId11" Type="http://schemas.openxmlformats.org/officeDocument/2006/relationships/tags" Target="../tags/tag145.xml"/><Relationship Id="rId10" Type="http://schemas.openxmlformats.org/officeDocument/2006/relationships/image" Target="../media/image23.png"/><Relationship Id="rId1" Type="http://schemas.openxmlformats.org/officeDocument/2006/relationships/tags" Target="../tags/tag13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tags" Target="../tags/tag167.xml"/><Relationship Id="rId1"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75590" y="177165"/>
            <a:ext cx="3266440" cy="532130"/>
          </a:xfrm>
          <a:prstGeom prst="rect">
            <a:avLst/>
          </a:prstGeom>
          <a:ln w="12700">
            <a:miter lim="400000"/>
          </a:ln>
        </p:spPr>
        <p:txBody>
          <a:bodyPr wrap="none" lIns="50800" tIns="50800" rIns="50800" bIns="50800" anchor="ctr">
            <a:spAutoFit/>
          </a:bodyPr>
          <a:lstStyle>
            <a:lvl1pPr defTabSz="825500">
              <a:defRPr sz="6000" b="1">
                <a:solidFill>
                  <a:srgbClr val="EE230C"/>
                </a:solidFill>
              </a:defRPr>
            </a:lvl1pPr>
          </a:lstStyle>
          <a:p>
            <a:pPr lvl="0" algn="l">
              <a:buClrTx/>
              <a:buSzTx/>
              <a:buFontTx/>
            </a:pPr>
            <a:r>
              <a:rPr lang="en-US" sz="2800" b="0">
                <a:solidFill>
                  <a:srgbClr val="0FAF9B"/>
                </a:solidFill>
                <a:latin typeface="思源黑体 CN Bold" panose="020B0800000000000000" charset="-122"/>
                <a:ea typeface="思源黑体 CN Bold" panose="020B0800000000000000" charset="-122"/>
                <a:cs typeface="思源黑体 CN Bold" panose="020B0800000000000000" charset="-122"/>
                <a:sym typeface="+mn-ea"/>
              </a:rPr>
              <a:t>PPT</a:t>
            </a:r>
            <a:r>
              <a:rPr lang="zh-CN" altLang="en-US" sz="2800" b="0">
                <a:solidFill>
                  <a:srgbClr val="0FAF9B"/>
                </a:solidFill>
                <a:latin typeface="思源黑体 CN Bold" panose="020B0800000000000000" charset="-122"/>
                <a:ea typeface="思源黑体 CN Bold" panose="020B0800000000000000" charset="-122"/>
                <a:cs typeface="思源黑体 CN Bold" panose="020B0800000000000000" charset="-122"/>
                <a:sym typeface="+mn-ea"/>
              </a:rPr>
              <a:t>模板使用指南</a:t>
            </a:r>
            <a:r>
              <a:rPr lang="en-US" altLang="zh-CN" sz="2800" b="0">
                <a:solidFill>
                  <a:srgbClr val="0FAF9B"/>
                </a:solidFill>
                <a:latin typeface="思源黑体 CN Bold" panose="020B0800000000000000" charset="-122"/>
                <a:ea typeface="思源黑体 CN Bold" panose="020B0800000000000000" charset="-122"/>
                <a:cs typeface="思源黑体 CN Bold" panose="020B0800000000000000" charset="-122"/>
                <a:sym typeface="+mn-ea"/>
              </a:rPr>
              <a:t>-1</a:t>
            </a:r>
            <a:endParaRPr lang="en-US" altLang="zh-CN" sz="2800" b="0">
              <a:solidFill>
                <a:srgbClr val="0FAF9B"/>
              </a:solidFill>
              <a:latin typeface="思源黑体 CN Bold" panose="020B0800000000000000" charset="-122"/>
              <a:ea typeface="思源黑体 CN Bold" panose="020B0800000000000000" charset="-122"/>
              <a:cs typeface="思源黑体 CN Bold" panose="020B0800000000000000" charset="-122"/>
              <a:sym typeface="+mn-ea"/>
            </a:endParaRPr>
          </a:p>
        </p:txBody>
      </p:sp>
      <p:sp>
        <p:nvSpPr>
          <p:cNvPr id="70" name="文本框 69"/>
          <p:cNvSpPr txBox="1"/>
          <p:nvPr/>
        </p:nvSpPr>
        <p:spPr>
          <a:xfrm>
            <a:off x="680085" y="1183640"/>
            <a:ext cx="5415915" cy="3969385"/>
          </a:xfrm>
          <a:prstGeom prst="rect">
            <a:avLst/>
          </a:prstGeom>
          <a:noFill/>
        </p:spPr>
        <p:txBody>
          <a:bodyPr wrap="square" rtlCol="0">
            <a:spAutoFit/>
          </a:bodyPr>
          <a:p>
            <a:pPr>
              <a:lnSpc>
                <a:spcPct val="150000"/>
              </a:lnSpc>
            </a:pPr>
            <a:r>
              <a:rPr lang="zh-CN" altLang="en-US" sz="1400">
                <a:latin typeface="思源黑体 CN Bold" panose="020B0800000000000000" charset="-122"/>
                <a:ea typeface="思源黑体 CN Bold" panose="020B0800000000000000" charset="-122"/>
              </a:rPr>
              <a:t>中文字体：</a:t>
            </a:r>
            <a:endParaRPr lang="zh-CN" altLang="en-US" sz="1400">
              <a:latin typeface="思源黑体 CN Bold" panose="020B0800000000000000" charset="-122"/>
              <a:ea typeface="思源黑体 CN Bold" panose="020B0800000000000000" charset="-122"/>
            </a:endParaRPr>
          </a:p>
          <a:p>
            <a:pPr>
              <a:lnSpc>
                <a:spcPct val="150000"/>
              </a:lnSpc>
            </a:pPr>
            <a:r>
              <a:rPr lang="zh-CN" altLang="en-US" sz="1400">
                <a:latin typeface="思源黑体 CN Regular" panose="020B0500000000000000" charset="-122"/>
                <a:ea typeface="思源黑体 CN Regular" panose="020B0500000000000000" charset="-122"/>
              </a:rPr>
              <a:t>思源黑体</a:t>
            </a:r>
            <a:endParaRPr lang="zh-CN" altLang="en-US" sz="1400">
              <a:latin typeface="思源黑体 CN Regular" panose="020B0500000000000000" charset="-122"/>
              <a:ea typeface="思源黑体 CN Regular" panose="020B0500000000000000" charset="-122"/>
            </a:endParaRPr>
          </a:p>
          <a:p>
            <a:pPr>
              <a:lnSpc>
                <a:spcPct val="150000"/>
              </a:lnSpc>
            </a:pPr>
            <a:endParaRPr lang="zh-CN" altLang="en-US" sz="1400">
              <a:latin typeface="思源黑体 CN Regular" panose="020B0500000000000000" charset="-122"/>
              <a:ea typeface="思源黑体 CN Regular" panose="020B0500000000000000" charset="-122"/>
            </a:endParaRPr>
          </a:p>
          <a:p>
            <a:pPr>
              <a:lnSpc>
                <a:spcPct val="150000"/>
              </a:lnSpc>
            </a:pPr>
            <a:r>
              <a:rPr lang="zh-CN" altLang="en-US" sz="1400">
                <a:latin typeface="思源黑体 CN Bold" panose="020B0800000000000000" charset="-122"/>
                <a:ea typeface="思源黑体 CN Bold" panose="020B0800000000000000" charset="-122"/>
                <a:sym typeface="+mn-ea"/>
              </a:rPr>
              <a:t>英文字体：</a:t>
            </a:r>
            <a:endParaRPr lang="zh-CN" altLang="en-US" sz="1400">
              <a:latin typeface="思源黑体 CN Bold" panose="020B0800000000000000" charset="-122"/>
              <a:ea typeface="思源黑体 CN Bold" panose="020B0800000000000000" charset="-122"/>
            </a:endParaRPr>
          </a:p>
          <a:p>
            <a:pPr>
              <a:lnSpc>
                <a:spcPct val="150000"/>
              </a:lnSpc>
            </a:pPr>
            <a:r>
              <a:rPr lang="en-US" altLang="zh-CN" sz="1400">
                <a:latin typeface="Arial" panose="020B0604020202020204" pitchFamily="34" charset="0"/>
                <a:ea typeface="思源黑体 CN Regular" panose="020B0500000000000000" charset="-122"/>
                <a:cs typeface="Arial" panose="020B0604020202020204" pitchFamily="34" charset="0"/>
                <a:sym typeface="+mn-ea"/>
              </a:rPr>
              <a:t>Arial</a:t>
            </a:r>
            <a:endParaRPr lang="en-US" altLang="zh-CN" sz="1400">
              <a:latin typeface="Arial" panose="020B0604020202020204" pitchFamily="34" charset="0"/>
              <a:ea typeface="思源黑体 CN Regular" panose="020B0500000000000000" charset="-122"/>
              <a:cs typeface="Arial" panose="020B0604020202020204" pitchFamily="34" charset="0"/>
              <a:sym typeface="+mn-ea"/>
            </a:endParaRPr>
          </a:p>
          <a:p>
            <a:pPr>
              <a:lnSpc>
                <a:spcPct val="150000"/>
              </a:lnSpc>
            </a:pPr>
            <a:endParaRPr lang="en-US" altLang="zh-CN" sz="1400">
              <a:latin typeface="思源黑体 CN Regular" panose="020B0500000000000000" charset="-122"/>
              <a:ea typeface="思源黑体 CN Regular" panose="020B0500000000000000" charset="-122"/>
            </a:endParaRPr>
          </a:p>
          <a:p>
            <a:pPr>
              <a:lnSpc>
                <a:spcPct val="150000"/>
              </a:lnSpc>
            </a:pPr>
            <a:r>
              <a:rPr lang="zh-CN" altLang="en-US" sz="1400">
                <a:latin typeface="思源黑体 CN Bold" panose="020B0800000000000000" charset="-122"/>
                <a:ea typeface="思源黑体 CN Bold" panose="020B0800000000000000" charset="-122"/>
                <a:sym typeface="+mn-ea"/>
              </a:rPr>
              <a:t>字体大小</a:t>
            </a:r>
            <a:r>
              <a:rPr lang="zh-CN" altLang="en-US" sz="1400" b="1">
                <a:latin typeface="思源黑体 CN Regular" panose="020B0500000000000000" charset="-122"/>
                <a:ea typeface="思源黑体 CN Regular" panose="020B0500000000000000" charset="-122"/>
                <a:sym typeface="+mn-ea"/>
              </a:rPr>
              <a:t>：</a:t>
            </a:r>
            <a:endParaRPr lang="zh-CN" altLang="en-US" sz="1400" b="1">
              <a:latin typeface="思源黑体 CN Regular" panose="020B0500000000000000" charset="-122"/>
              <a:ea typeface="思源黑体 CN Regular" panose="020B0500000000000000" charset="-122"/>
            </a:endParaRPr>
          </a:p>
          <a:p>
            <a:pPr>
              <a:lnSpc>
                <a:spcPct val="150000"/>
              </a:lnSpc>
            </a:pPr>
            <a:r>
              <a:rPr lang="en-US" altLang="en-US" sz="1400">
                <a:latin typeface="思源黑体 CN Regular" panose="020B0500000000000000" charset="-122"/>
                <a:ea typeface="思源黑体 CN Regular" panose="020B0500000000000000" charset="-122"/>
                <a:sym typeface="+mn-ea"/>
              </a:rPr>
              <a:t>① </a:t>
            </a:r>
            <a:r>
              <a:rPr lang="zh-CN" altLang="en-US" sz="1400">
                <a:latin typeface="思源黑体 CN Regular" panose="020B0500000000000000" charset="-122"/>
                <a:ea typeface="思源黑体 CN Regular" panose="020B0500000000000000" charset="-122"/>
                <a:sym typeface="+mn-ea"/>
              </a:rPr>
              <a:t>大标题</a:t>
            </a:r>
            <a:r>
              <a:rPr lang="en-US" altLang="zh-CN" sz="1400">
                <a:latin typeface="思源黑体 CN Regular" panose="020B0500000000000000" charset="-122"/>
                <a:ea typeface="思源黑体 CN Regular" panose="020B0500000000000000" charset="-122"/>
                <a:sym typeface="+mn-ea"/>
              </a:rPr>
              <a:t> </a:t>
            </a:r>
            <a:r>
              <a:rPr lang="zh-CN" altLang="en-US" sz="1400">
                <a:latin typeface="思源黑体 CN Regular" panose="020B0500000000000000" charset="-122"/>
                <a:ea typeface="思源黑体 CN Regular" panose="020B0500000000000000" charset="-122"/>
                <a:sym typeface="+mn-ea"/>
              </a:rPr>
              <a:t>：</a:t>
            </a:r>
            <a:r>
              <a:rPr lang="en-US" altLang="zh-CN" sz="1400">
                <a:latin typeface="思源黑体 CN Regular" panose="020B0500000000000000" charset="-122"/>
                <a:ea typeface="思源黑体 CN Regular" panose="020B0500000000000000" charset="-122"/>
                <a:sym typeface="+mn-ea"/>
              </a:rPr>
              <a:t>28</a:t>
            </a:r>
            <a:r>
              <a:rPr lang="zh-CN" altLang="en-US" sz="1400">
                <a:latin typeface="思源黑体 CN Regular" panose="020B0500000000000000" charset="-122"/>
                <a:ea typeface="思源黑体 CN Regular" panose="020B0500000000000000" charset="-122"/>
                <a:sym typeface="+mn-ea"/>
              </a:rPr>
              <a:t>磅</a:t>
            </a:r>
            <a:r>
              <a:rPr lang="en-US" altLang="zh-CN" sz="1400">
                <a:latin typeface="思源黑体 CN Regular" panose="020B0500000000000000" charset="-122"/>
                <a:ea typeface="思源黑体 CN Regular" panose="020B0500000000000000" charset="-122"/>
                <a:sym typeface="+mn-ea"/>
              </a:rPr>
              <a:t> Bold + </a:t>
            </a:r>
            <a:r>
              <a:rPr lang="zh-CN" altLang="en-US" sz="1400">
                <a:latin typeface="思源黑体 CN Regular" panose="020B0500000000000000" charset="-122"/>
                <a:ea typeface="思源黑体 CN Regular" panose="020B0500000000000000" charset="-122"/>
                <a:sym typeface="+mn-ea"/>
              </a:rPr>
              <a:t>麦米科技绿</a:t>
            </a:r>
            <a:r>
              <a:rPr lang="en-US" altLang="zh-CN" sz="1400">
                <a:latin typeface="思源黑体 CN Regular" panose="020B0500000000000000" charset="-122"/>
                <a:ea typeface="思源黑体 CN Regular" panose="020B0500000000000000" charset="-122"/>
                <a:sym typeface="+mn-ea"/>
              </a:rPr>
              <a:t>(#0faf9b)</a:t>
            </a:r>
            <a:endParaRPr lang="zh-CN" altLang="en-US" sz="1400">
              <a:latin typeface="思源黑体 CN Regular" panose="020B0500000000000000" charset="-122"/>
              <a:ea typeface="思源黑体 CN Regular" panose="020B0500000000000000" charset="-122"/>
              <a:sym typeface="+mn-ea"/>
            </a:endParaRPr>
          </a:p>
          <a:p>
            <a:pPr>
              <a:lnSpc>
                <a:spcPct val="150000"/>
              </a:lnSpc>
            </a:pPr>
            <a:r>
              <a:rPr lang="en-US" altLang="en-US" sz="1400">
                <a:latin typeface="思源黑体 CN Regular" panose="020B0500000000000000" charset="-122"/>
                <a:ea typeface="思源黑体 CN Regular" panose="020B0500000000000000" charset="-122"/>
                <a:sym typeface="+mn-ea"/>
              </a:rPr>
              <a:t>② </a:t>
            </a:r>
            <a:r>
              <a:rPr lang="zh-CN" altLang="en-US" sz="1400">
                <a:latin typeface="思源黑体 CN Regular" panose="020B0500000000000000" charset="-122"/>
                <a:ea typeface="思源黑体 CN Regular" panose="020B0500000000000000" charset="-122"/>
                <a:sym typeface="+mn-ea"/>
              </a:rPr>
              <a:t>副标题：</a:t>
            </a:r>
            <a:r>
              <a:rPr lang="en-US" altLang="zh-CN" sz="1400">
                <a:latin typeface="思源黑体 CN Regular" panose="020B0500000000000000" charset="-122"/>
                <a:ea typeface="思源黑体 CN Regular" panose="020B0500000000000000" charset="-122"/>
                <a:sym typeface="+mn-ea"/>
              </a:rPr>
              <a:t>16-24</a:t>
            </a:r>
            <a:r>
              <a:rPr lang="zh-CN" altLang="en-US" sz="1400">
                <a:latin typeface="思源黑体 CN Regular" panose="020B0500000000000000" charset="-122"/>
                <a:ea typeface="思源黑体 CN Regular" panose="020B0500000000000000" charset="-122"/>
                <a:sym typeface="+mn-ea"/>
              </a:rPr>
              <a:t>磅</a:t>
            </a:r>
            <a:r>
              <a:rPr lang="en-US" altLang="zh-CN" sz="1400">
                <a:latin typeface="思源黑体 CN Regular" panose="020B0500000000000000" charset="-122"/>
                <a:ea typeface="思源黑体 CN Regular" panose="020B0500000000000000" charset="-122"/>
                <a:sym typeface="+mn-ea"/>
              </a:rPr>
              <a:t> Bold + </a:t>
            </a:r>
            <a:r>
              <a:rPr lang="zh-CN" altLang="en-US" sz="1400">
                <a:latin typeface="思源黑体 CN Regular" panose="020B0500000000000000" charset="-122"/>
                <a:ea typeface="思源黑体 CN Regular" panose="020B0500000000000000" charset="-122"/>
                <a:sym typeface="+mn-ea"/>
              </a:rPr>
              <a:t>黑色</a:t>
            </a:r>
            <a:r>
              <a:rPr lang="en-US" altLang="zh-CN" sz="1400">
                <a:latin typeface="思源黑体 CN Regular" panose="020B0500000000000000" charset="-122"/>
                <a:ea typeface="思源黑体 CN Regular" panose="020B0500000000000000" charset="-122"/>
                <a:sym typeface="+mn-ea"/>
              </a:rPr>
              <a:t>(#333333)</a:t>
            </a:r>
            <a:endParaRPr lang="en-US" altLang="zh-CN" sz="1400">
              <a:latin typeface="思源黑体 CN Regular" panose="020B0500000000000000" charset="-122"/>
              <a:ea typeface="思源黑体 CN Regular" panose="020B0500000000000000" charset="-122"/>
              <a:sym typeface="+mn-ea"/>
            </a:endParaRPr>
          </a:p>
          <a:p>
            <a:pPr>
              <a:lnSpc>
                <a:spcPct val="150000"/>
              </a:lnSpc>
            </a:pPr>
            <a:r>
              <a:rPr lang="en-US" altLang="en-US" sz="1400">
                <a:latin typeface="思源黑体 CN Regular" panose="020B0500000000000000" charset="-122"/>
                <a:ea typeface="思源黑体 CN Regular" panose="020B0500000000000000" charset="-122"/>
                <a:sym typeface="+mn-ea"/>
              </a:rPr>
              <a:t>③ </a:t>
            </a:r>
            <a:r>
              <a:rPr lang="zh-CN" altLang="en-US" sz="1400">
                <a:latin typeface="思源黑体 CN Regular" panose="020B0500000000000000" charset="-122"/>
                <a:ea typeface="思源黑体 CN Regular" panose="020B0500000000000000" charset="-122"/>
                <a:sym typeface="+mn-ea"/>
              </a:rPr>
              <a:t>标题文字：</a:t>
            </a:r>
            <a:r>
              <a:rPr lang="en-US" altLang="zh-CN" sz="1400">
                <a:latin typeface="思源黑体 CN Regular" panose="020B0500000000000000" charset="-122"/>
                <a:ea typeface="思源黑体 CN Regular" panose="020B0500000000000000" charset="-122"/>
                <a:sym typeface="+mn-ea"/>
              </a:rPr>
              <a:t>14-20</a:t>
            </a:r>
            <a:r>
              <a:rPr lang="zh-CN" altLang="en-US" sz="1400">
                <a:latin typeface="思源黑体 CN Regular" panose="020B0500000000000000" charset="-122"/>
                <a:ea typeface="思源黑体 CN Regular" panose="020B0500000000000000" charset="-122"/>
                <a:sym typeface="+mn-ea"/>
              </a:rPr>
              <a:t>磅</a:t>
            </a:r>
            <a:r>
              <a:rPr lang="en-US" altLang="zh-CN" sz="1400">
                <a:latin typeface="思源黑体 CN Regular" panose="020B0500000000000000" charset="-122"/>
                <a:ea typeface="思源黑体 CN Regular" panose="020B0500000000000000" charset="-122"/>
                <a:sym typeface="+mn-ea"/>
              </a:rPr>
              <a:t> Regular +  </a:t>
            </a:r>
            <a:r>
              <a:rPr lang="zh-CN" altLang="en-US" sz="1400">
                <a:latin typeface="思源黑体 CN Regular" panose="020B0500000000000000" charset="-122"/>
                <a:ea typeface="思源黑体 CN Regular" panose="020B0500000000000000" charset="-122"/>
                <a:sym typeface="+mn-ea"/>
              </a:rPr>
              <a:t>麦米科技绿</a:t>
            </a:r>
            <a:r>
              <a:rPr lang="en-US" altLang="zh-CN" sz="1400">
                <a:latin typeface="思源黑体 CN Regular" panose="020B0500000000000000" charset="-122"/>
                <a:ea typeface="思源黑体 CN Regular" panose="020B0500000000000000" charset="-122"/>
                <a:sym typeface="+mn-ea"/>
              </a:rPr>
              <a:t>(#0faf9b)</a:t>
            </a:r>
            <a:endParaRPr lang="zh-CN" altLang="en-US" sz="1400">
              <a:latin typeface="思源黑体 CN Regular" panose="020B0500000000000000" charset="-122"/>
              <a:ea typeface="思源黑体 CN Regular" panose="020B0500000000000000" charset="-122"/>
              <a:sym typeface="+mn-ea"/>
            </a:endParaRPr>
          </a:p>
          <a:p>
            <a:pPr>
              <a:lnSpc>
                <a:spcPct val="150000"/>
              </a:lnSpc>
            </a:pPr>
            <a:r>
              <a:rPr lang="en-US" altLang="en-US" sz="1400">
                <a:latin typeface="思源黑体 CN Regular" panose="020B0500000000000000" charset="-122"/>
                <a:ea typeface="思源黑体 CN Regular" panose="020B0500000000000000" charset="-122"/>
                <a:sym typeface="+mn-ea"/>
              </a:rPr>
              <a:t>④ </a:t>
            </a:r>
            <a:r>
              <a:rPr lang="zh-CN" altLang="en-US" sz="1400">
                <a:latin typeface="思源黑体 CN Regular" panose="020B0500000000000000" charset="-122"/>
                <a:ea typeface="思源黑体 CN Regular" panose="020B0500000000000000" charset="-122"/>
                <a:sym typeface="+mn-ea"/>
              </a:rPr>
              <a:t>内容文字：</a:t>
            </a:r>
            <a:r>
              <a:rPr lang="en-US" altLang="zh-CN" sz="1400">
                <a:latin typeface="思源黑体 CN Regular" panose="020B0500000000000000" charset="-122"/>
                <a:ea typeface="思源黑体 CN Regular" panose="020B0500000000000000" charset="-122"/>
                <a:sym typeface="+mn-ea"/>
              </a:rPr>
              <a:t>12-16</a:t>
            </a:r>
            <a:r>
              <a:rPr lang="zh-CN" altLang="en-US" sz="1400">
                <a:latin typeface="思源黑体 CN Regular" panose="020B0500000000000000" charset="-122"/>
                <a:ea typeface="思源黑体 CN Regular" panose="020B0500000000000000" charset="-122"/>
                <a:sym typeface="+mn-ea"/>
              </a:rPr>
              <a:t>磅</a:t>
            </a:r>
            <a:r>
              <a:rPr lang="en-US" altLang="zh-CN" sz="1400">
                <a:latin typeface="思源黑体 CN Regular" panose="020B0500000000000000" charset="-122"/>
                <a:ea typeface="思源黑体 CN Regular" panose="020B0500000000000000" charset="-122"/>
                <a:sym typeface="+mn-ea"/>
              </a:rPr>
              <a:t> Regular + </a:t>
            </a:r>
            <a:r>
              <a:rPr lang="zh-CN" altLang="en-US" sz="1400">
                <a:latin typeface="思源黑体 CN Regular" panose="020B0500000000000000" charset="-122"/>
                <a:ea typeface="思源黑体 CN Regular" panose="020B0500000000000000" charset="-122"/>
                <a:sym typeface="+mn-ea"/>
              </a:rPr>
              <a:t>灰色</a:t>
            </a:r>
            <a:r>
              <a:rPr lang="en-US" altLang="zh-CN" sz="1400">
                <a:latin typeface="思源黑体 CN Regular" panose="020B0500000000000000" charset="-122"/>
                <a:ea typeface="思源黑体 CN Regular" panose="020B0500000000000000" charset="-122"/>
                <a:sym typeface="+mn-ea"/>
              </a:rPr>
              <a:t>(#666666) , 1.3-1.5</a:t>
            </a:r>
            <a:r>
              <a:rPr lang="zh-CN" altLang="en-US" sz="1400">
                <a:latin typeface="思源黑体 CN Regular" panose="020B0500000000000000" charset="-122"/>
                <a:ea typeface="思源黑体 CN Regular" panose="020B0500000000000000" charset="-122"/>
                <a:sym typeface="+mn-ea"/>
              </a:rPr>
              <a:t>倍行距</a:t>
            </a:r>
            <a:endParaRPr lang="en-US" altLang="en-US" sz="1400">
              <a:latin typeface="思源黑体 CN Regular" panose="020B0500000000000000" charset="-122"/>
              <a:ea typeface="思源黑体 CN Regular" panose="020B0500000000000000" charset="-122"/>
              <a:sym typeface="+mn-ea"/>
            </a:endParaRPr>
          </a:p>
          <a:p>
            <a:pPr>
              <a:lnSpc>
                <a:spcPct val="150000"/>
              </a:lnSpc>
            </a:pPr>
            <a:r>
              <a:rPr lang="en-US" altLang="en-US" sz="1400">
                <a:latin typeface="思源黑体 CN Regular" panose="020B0500000000000000" charset="-122"/>
                <a:ea typeface="思源黑体 CN Regular" panose="020B0500000000000000" charset="-122"/>
                <a:sym typeface="+mn-ea"/>
              </a:rPr>
              <a:t>⑤ </a:t>
            </a:r>
            <a:r>
              <a:rPr lang="zh-CN" altLang="en-US" sz="1400">
                <a:latin typeface="思源黑体 CN Regular" panose="020B0500000000000000" charset="-122"/>
                <a:ea typeface="思源黑体 CN Regular" panose="020B0500000000000000" charset="-122"/>
                <a:sym typeface="+mn-ea"/>
              </a:rPr>
              <a:t>重点强调：</a:t>
            </a:r>
            <a:r>
              <a:rPr lang="en-US" altLang="zh-CN" sz="1400">
                <a:latin typeface="思源黑体 CN Regular" panose="020B0500000000000000" charset="-122"/>
                <a:ea typeface="思源黑体 CN Regular" panose="020B0500000000000000" charset="-122"/>
                <a:sym typeface="+mn-ea"/>
              </a:rPr>
              <a:t>12-16</a:t>
            </a:r>
            <a:r>
              <a:rPr lang="zh-CN" altLang="en-US" sz="1400">
                <a:latin typeface="思源黑体 CN Regular" panose="020B0500000000000000" charset="-122"/>
                <a:ea typeface="思源黑体 CN Regular" panose="020B0500000000000000" charset="-122"/>
                <a:sym typeface="+mn-ea"/>
              </a:rPr>
              <a:t>磅</a:t>
            </a:r>
            <a:r>
              <a:rPr lang="en-US" altLang="zh-CN" sz="1400">
                <a:latin typeface="思源黑体 CN Regular" panose="020B0500000000000000" charset="-122"/>
                <a:ea typeface="思源黑体 CN Regular" panose="020B0500000000000000" charset="-122"/>
                <a:sym typeface="+mn-ea"/>
              </a:rPr>
              <a:t> Bold + </a:t>
            </a:r>
            <a:r>
              <a:rPr lang="zh-CN" altLang="en-US" sz="1400">
                <a:latin typeface="思源黑体 CN Regular" panose="020B0500000000000000" charset="-122"/>
                <a:ea typeface="思源黑体 CN Regular" panose="020B0500000000000000" charset="-122"/>
                <a:sym typeface="+mn-ea"/>
              </a:rPr>
              <a:t>麦米活力橙</a:t>
            </a:r>
            <a:r>
              <a:rPr lang="en-US" altLang="zh-CN" sz="1400">
                <a:latin typeface="思源黑体 CN Regular" panose="020B0500000000000000" charset="-122"/>
                <a:ea typeface="思源黑体 CN Regular" panose="020B0500000000000000" charset="-122"/>
                <a:sym typeface="+mn-ea"/>
              </a:rPr>
              <a:t>(#ff841e)</a:t>
            </a:r>
            <a:r>
              <a:rPr lang="zh-CN" altLang="en-US" sz="1400">
                <a:latin typeface="思源黑体 CN Regular" panose="020B0500000000000000" charset="-122"/>
                <a:ea typeface="思源黑体 CN Regular" panose="020B0500000000000000" charset="-122"/>
                <a:sym typeface="+mn-ea"/>
              </a:rPr>
              <a:t>或直接灰色加粗</a:t>
            </a:r>
            <a:endParaRPr lang="zh-CN" altLang="en-US" sz="1400">
              <a:latin typeface="思源黑体 CN Regular" panose="020B0500000000000000" charset="-122"/>
              <a:ea typeface="思源黑体 CN Regular" panose="020B0500000000000000" charset="-122"/>
              <a:sym typeface="+mn-ea"/>
            </a:endParaRPr>
          </a:p>
        </p:txBody>
      </p:sp>
      <p:sp>
        <p:nvSpPr>
          <p:cNvPr id="71" name="文本框 70"/>
          <p:cNvSpPr txBox="1"/>
          <p:nvPr/>
        </p:nvSpPr>
        <p:spPr>
          <a:xfrm>
            <a:off x="6511290" y="1744980"/>
            <a:ext cx="4383405" cy="532130"/>
          </a:xfrm>
          <a:prstGeom prst="rect">
            <a:avLst/>
          </a:prstGeom>
          <a:ln w="12700">
            <a:miter lim="400000"/>
          </a:ln>
        </p:spPr>
        <p:txBody>
          <a:bodyPr wrap="none" lIns="50800" tIns="50800" rIns="50800" bIns="50800" anchor="ctr">
            <a:spAutoFit/>
          </a:bodyPr>
          <a:lstStyle>
            <a:lvl1pPr defTabSz="825500">
              <a:defRPr sz="6000" b="1">
                <a:solidFill>
                  <a:srgbClr val="EE230C"/>
                </a:solidFill>
              </a:defRPr>
            </a:lvl1pPr>
          </a:lstStyle>
          <a:p>
            <a:pPr lvl="0" algn="l">
              <a:buClrTx/>
              <a:buSzTx/>
              <a:buFontTx/>
            </a:pPr>
            <a:r>
              <a:rPr lang="zh-CN" sz="2800" b="0">
                <a:solidFill>
                  <a:srgbClr val="0FAF9B"/>
                </a:solidFill>
                <a:latin typeface="思源黑体 CN Bold" panose="020B0800000000000000" charset="-122"/>
                <a:ea typeface="思源黑体 CN Bold" panose="020B0800000000000000" charset="-122"/>
                <a:cs typeface="思源黑体 CN Bold" panose="020B0800000000000000" charset="-122"/>
                <a:sym typeface="+mn-ea"/>
              </a:rPr>
              <a:t>大标题</a:t>
            </a:r>
            <a:r>
              <a:rPr lang="en-US" altLang="zh-CN" sz="2800" b="0">
                <a:solidFill>
                  <a:srgbClr val="0FAF9B"/>
                </a:solidFill>
                <a:latin typeface="思源黑体 CN Bold" panose="020B0800000000000000" charset="-122"/>
                <a:ea typeface="思源黑体 CN Bold" panose="020B0800000000000000" charset="-122"/>
                <a:cs typeface="思源黑体 CN Bold" panose="020B0800000000000000" charset="-122"/>
                <a:sym typeface="+mn-ea"/>
              </a:rPr>
              <a:t>-</a:t>
            </a:r>
            <a:r>
              <a:rPr lang="zh-CN" altLang="en-US" sz="2800" b="0">
                <a:solidFill>
                  <a:srgbClr val="0FAF9B"/>
                </a:solidFill>
                <a:latin typeface="思源黑体 CN Bold" panose="020B0800000000000000" charset="-122"/>
                <a:ea typeface="思源黑体 CN Bold" panose="020B0800000000000000" charset="-122"/>
                <a:cs typeface="思源黑体 CN Bold" panose="020B0800000000000000" charset="-122"/>
                <a:sym typeface="+mn-ea"/>
              </a:rPr>
              <a:t>思源黑体</a:t>
            </a:r>
            <a:r>
              <a:rPr lang="en-US" altLang="zh-CN" sz="2800" b="0">
                <a:solidFill>
                  <a:srgbClr val="0FAF9B"/>
                </a:solidFill>
                <a:latin typeface="思源黑体 CN Bold" panose="020B0800000000000000" charset="-122"/>
                <a:ea typeface="思源黑体 CN Bold" panose="020B0800000000000000" charset="-122"/>
                <a:cs typeface="思源黑体 CN Bold" panose="020B0800000000000000" charset="-122"/>
                <a:sym typeface="+mn-ea"/>
              </a:rPr>
              <a:t>Bold 28</a:t>
            </a:r>
            <a:r>
              <a:rPr lang="zh-CN" altLang="en-US" sz="2800" b="0">
                <a:solidFill>
                  <a:srgbClr val="0FAF9B"/>
                </a:solidFill>
                <a:latin typeface="思源黑体 CN Bold" panose="020B0800000000000000" charset="-122"/>
                <a:ea typeface="思源黑体 CN Bold" panose="020B0800000000000000" charset="-122"/>
                <a:cs typeface="思源黑体 CN Bold" panose="020B0800000000000000" charset="-122"/>
                <a:sym typeface="+mn-ea"/>
              </a:rPr>
              <a:t>磅</a:t>
            </a:r>
            <a:endParaRPr lang="zh-CN" altLang="en-US" sz="2800" b="0">
              <a:solidFill>
                <a:srgbClr val="0FAF9B"/>
              </a:solidFill>
              <a:latin typeface="思源黑体 CN Bold" panose="020B0800000000000000" charset="-122"/>
              <a:ea typeface="思源黑体 CN Bold" panose="020B0800000000000000" charset="-122"/>
              <a:cs typeface="思源黑体 CN Bold" panose="020B0800000000000000" charset="-122"/>
              <a:sym typeface="+mn-ea"/>
            </a:endParaRPr>
          </a:p>
        </p:txBody>
      </p:sp>
      <p:sp>
        <p:nvSpPr>
          <p:cNvPr id="72" name="文本框 71"/>
          <p:cNvSpPr txBox="1"/>
          <p:nvPr/>
        </p:nvSpPr>
        <p:spPr>
          <a:xfrm>
            <a:off x="6511290" y="2653665"/>
            <a:ext cx="2853690" cy="378460"/>
          </a:xfrm>
          <a:prstGeom prst="rect">
            <a:avLst/>
          </a:prstGeom>
          <a:ln w="12700">
            <a:miter lim="400000"/>
          </a:ln>
        </p:spPr>
        <p:txBody>
          <a:bodyPr wrap="none" lIns="50800" tIns="50800" rIns="50800" bIns="50800" anchor="ctr">
            <a:spAutoFit/>
          </a:bodyPr>
          <a:lstStyle>
            <a:lvl1pPr defTabSz="825500">
              <a:defRPr sz="6000" b="1">
                <a:solidFill>
                  <a:srgbClr val="EE230C"/>
                </a:solidFill>
              </a:defRPr>
            </a:lvl1pPr>
          </a:lstStyle>
          <a:p>
            <a:pPr lvl="0" algn="l">
              <a:buClrTx/>
              <a:buSzTx/>
              <a:buFontTx/>
            </a:pPr>
            <a:r>
              <a:rPr lang="zh-CN" sz="1800" b="0">
                <a:solidFill>
                  <a:srgbClr val="333333"/>
                </a:solidFill>
                <a:latin typeface="思源黑体 CN Bold" panose="020B0800000000000000" charset="-122"/>
                <a:ea typeface="思源黑体 CN Bold" panose="020B0800000000000000" charset="-122"/>
                <a:cs typeface="思源黑体 CN Bold" panose="020B0800000000000000" charset="-122"/>
                <a:sym typeface="+mn-ea"/>
              </a:rPr>
              <a:t>副标题</a:t>
            </a:r>
            <a:r>
              <a:rPr lang="en-US" altLang="zh-CN" sz="1800" b="0">
                <a:solidFill>
                  <a:srgbClr val="333333"/>
                </a:solidFill>
                <a:latin typeface="思源黑体 CN Bold" panose="020B0800000000000000" charset="-122"/>
                <a:ea typeface="思源黑体 CN Bold" panose="020B0800000000000000" charset="-122"/>
                <a:cs typeface="思源黑体 CN Bold" panose="020B0800000000000000" charset="-122"/>
                <a:sym typeface="+mn-ea"/>
              </a:rPr>
              <a:t>-</a:t>
            </a:r>
            <a:r>
              <a:rPr lang="zh-CN" altLang="en-US" sz="1800" b="0">
                <a:solidFill>
                  <a:srgbClr val="333333"/>
                </a:solidFill>
                <a:latin typeface="思源黑体 CN Bold" panose="020B0800000000000000" charset="-122"/>
                <a:ea typeface="思源黑体 CN Bold" panose="020B0800000000000000" charset="-122"/>
                <a:cs typeface="思源黑体 CN Bold" panose="020B0800000000000000" charset="-122"/>
                <a:sym typeface="+mn-ea"/>
              </a:rPr>
              <a:t>思源黑体</a:t>
            </a:r>
            <a:r>
              <a:rPr lang="en-US" altLang="zh-CN" sz="1800" b="0">
                <a:solidFill>
                  <a:srgbClr val="333333"/>
                </a:solidFill>
                <a:latin typeface="思源黑体 CN Bold" panose="020B0800000000000000" charset="-122"/>
                <a:ea typeface="思源黑体 CN Bold" panose="020B0800000000000000" charset="-122"/>
                <a:cs typeface="思源黑体 CN Bold" panose="020B0800000000000000" charset="-122"/>
                <a:sym typeface="+mn-ea"/>
              </a:rPr>
              <a:t>Bold 18</a:t>
            </a:r>
            <a:r>
              <a:rPr lang="zh-CN" altLang="en-US" sz="1800" b="0">
                <a:solidFill>
                  <a:srgbClr val="333333"/>
                </a:solidFill>
                <a:latin typeface="思源黑体 CN Bold" panose="020B0800000000000000" charset="-122"/>
                <a:ea typeface="思源黑体 CN Bold" panose="020B0800000000000000" charset="-122"/>
                <a:cs typeface="思源黑体 CN Bold" panose="020B0800000000000000" charset="-122"/>
                <a:sym typeface="+mn-ea"/>
              </a:rPr>
              <a:t>磅</a:t>
            </a:r>
            <a:endParaRPr lang="zh-CN" altLang="en-US" sz="1800" b="0">
              <a:solidFill>
                <a:srgbClr val="333333"/>
              </a:solidFill>
              <a:latin typeface="思源黑体 CN Bold" panose="020B0800000000000000" charset="-122"/>
              <a:ea typeface="思源黑体 CN Bold" panose="020B0800000000000000" charset="-122"/>
              <a:cs typeface="思源黑体 CN Bold" panose="020B0800000000000000" charset="-122"/>
              <a:sym typeface="+mn-ea"/>
            </a:endParaRPr>
          </a:p>
        </p:txBody>
      </p:sp>
      <p:sp>
        <p:nvSpPr>
          <p:cNvPr id="74" name="文本框 73"/>
          <p:cNvSpPr txBox="1"/>
          <p:nvPr/>
        </p:nvSpPr>
        <p:spPr>
          <a:xfrm>
            <a:off x="6511290" y="3408680"/>
            <a:ext cx="3168650" cy="316865"/>
          </a:xfrm>
          <a:prstGeom prst="rect">
            <a:avLst/>
          </a:prstGeom>
          <a:ln w="12700">
            <a:miter lim="400000"/>
          </a:ln>
        </p:spPr>
        <p:txBody>
          <a:bodyPr wrap="none" lIns="50800" tIns="50800" rIns="50800" bIns="50800" anchor="ctr">
            <a:spAutoFit/>
          </a:bodyPr>
          <a:lstStyle>
            <a:lvl1pPr defTabSz="825500">
              <a:defRPr sz="6000" b="1">
                <a:solidFill>
                  <a:srgbClr val="EE230C"/>
                </a:solidFill>
              </a:defRPr>
            </a:lvl1pPr>
          </a:lstStyle>
          <a:p>
            <a:pPr lvl="0" algn="l">
              <a:buClrTx/>
              <a:buSzTx/>
              <a:buFontTx/>
            </a:pPr>
            <a:r>
              <a:rPr lang="zh-CN" altLang="en-US" sz="1400" b="0">
                <a:solidFill>
                  <a:srgbClr val="0FAF9B"/>
                </a:solidFill>
                <a:latin typeface="思源黑体 CN Regular" panose="020B0500000000000000" charset="-122"/>
                <a:ea typeface="思源黑体 CN Regular" panose="020B0500000000000000" charset="-122"/>
                <a:cs typeface="思源黑体 CN Regular" panose="020B0500000000000000" charset="-122"/>
                <a:sym typeface="+mn-ea"/>
              </a:rPr>
              <a:t>这里是标题文字</a:t>
            </a:r>
            <a:r>
              <a:rPr lang="en-US" altLang="zh-CN" sz="1400" b="0">
                <a:solidFill>
                  <a:srgbClr val="0FAF9B"/>
                </a:solidFill>
                <a:latin typeface="思源黑体 CN Regular" panose="020B0500000000000000" charset="-122"/>
                <a:ea typeface="思源黑体 CN Regular" panose="020B0500000000000000" charset="-122"/>
                <a:cs typeface="思源黑体 CN Regular" panose="020B0500000000000000" charset="-122"/>
                <a:sym typeface="+mn-ea"/>
              </a:rPr>
              <a:t>-</a:t>
            </a:r>
            <a:r>
              <a:rPr lang="zh-CN" altLang="en-US" sz="1400" b="0">
                <a:solidFill>
                  <a:srgbClr val="0FAF9B"/>
                </a:solidFill>
                <a:latin typeface="思源黑体 CN Regular" panose="020B0500000000000000" charset="-122"/>
                <a:ea typeface="思源黑体 CN Regular" panose="020B0500000000000000" charset="-122"/>
                <a:cs typeface="思源黑体 CN Regular" panose="020B0500000000000000" charset="-122"/>
                <a:sym typeface="+mn-ea"/>
              </a:rPr>
              <a:t>思源黑体</a:t>
            </a:r>
            <a:r>
              <a:rPr lang="en-US" altLang="zh-CN" sz="1400" b="0">
                <a:solidFill>
                  <a:srgbClr val="0FAF9B"/>
                </a:solidFill>
                <a:latin typeface="思源黑体 CN Regular" panose="020B0500000000000000" charset="-122"/>
                <a:ea typeface="思源黑体 CN Regular" panose="020B0500000000000000" charset="-122"/>
                <a:cs typeface="思源黑体 CN Regular" panose="020B0500000000000000" charset="-122"/>
                <a:sym typeface="+mn-ea"/>
              </a:rPr>
              <a:t>Regular 14</a:t>
            </a:r>
            <a:r>
              <a:rPr lang="zh-CN" altLang="en-US" sz="1400" b="0">
                <a:solidFill>
                  <a:srgbClr val="0FAF9B"/>
                </a:solidFill>
                <a:latin typeface="思源黑体 CN Regular" panose="020B0500000000000000" charset="-122"/>
                <a:ea typeface="思源黑体 CN Regular" panose="020B0500000000000000" charset="-122"/>
                <a:cs typeface="思源黑体 CN Regular" panose="020B0500000000000000" charset="-122"/>
                <a:sym typeface="+mn-ea"/>
              </a:rPr>
              <a:t>磅</a:t>
            </a:r>
            <a:endParaRPr lang="zh-CN" altLang="en-US" sz="1400" b="0">
              <a:solidFill>
                <a:srgbClr val="0FAF9B"/>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sp>
        <p:nvSpPr>
          <p:cNvPr id="75" name="文本框 74"/>
          <p:cNvSpPr txBox="1"/>
          <p:nvPr/>
        </p:nvSpPr>
        <p:spPr>
          <a:xfrm>
            <a:off x="6511290" y="4102100"/>
            <a:ext cx="4855845" cy="660400"/>
          </a:xfrm>
          <a:prstGeom prst="rect">
            <a:avLst/>
          </a:prstGeom>
          <a:ln w="12700">
            <a:miter lim="400000"/>
          </a:ln>
        </p:spPr>
        <p:txBody>
          <a:bodyPr wrap="square" lIns="50800" tIns="50800" rIns="50800" bIns="50800" anchor="ctr">
            <a:spAutoFit/>
          </a:bodyPr>
          <a:lstStyle>
            <a:lvl1pPr defTabSz="825500">
              <a:defRPr sz="6000" b="1">
                <a:solidFill>
                  <a:srgbClr val="EE230C"/>
                </a:solidFill>
              </a:defRPr>
            </a:lvl1pPr>
          </a:lstStyle>
          <a:p>
            <a:pPr lvl="0" algn="l">
              <a:lnSpc>
                <a:spcPct val="130000"/>
              </a:lnSpc>
              <a:spcBef>
                <a:spcPts val="0"/>
              </a:spcBef>
              <a:spcAft>
                <a:spcPts val="0"/>
              </a:spcAft>
              <a:buClrTx/>
              <a:buSzTx/>
              <a:buFontTx/>
            </a:pPr>
            <a:r>
              <a:rPr lang="zh-CN" altLang="en-US"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这里是</a:t>
            </a:r>
            <a:r>
              <a:rPr lang="zh-CN"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普通内容描述</a:t>
            </a:r>
            <a:r>
              <a:rPr lang="en-US" altLang="zh-CN"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a:t>
            </a:r>
            <a:r>
              <a:rPr lang="zh-CN" altLang="en-US"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思源黑体</a:t>
            </a:r>
            <a:r>
              <a:rPr lang="en-US" altLang="zh-CN"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Regular 14</a:t>
            </a:r>
            <a:r>
              <a:rPr lang="zh-CN" altLang="en-US"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磅，字行间距重新插入默认为</a:t>
            </a:r>
            <a:r>
              <a:rPr lang="en-US" altLang="zh-CN"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1</a:t>
            </a:r>
            <a:r>
              <a:rPr lang="zh-CN" altLang="en-US"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倍，手动调整为</a:t>
            </a:r>
            <a:r>
              <a:rPr lang="en-US" altLang="zh-CN"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1.3</a:t>
            </a:r>
            <a:r>
              <a:rPr lang="zh-CN" altLang="en-US"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倍或</a:t>
            </a:r>
            <a:r>
              <a:rPr lang="en-US" altLang="zh-CN"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1.5</a:t>
            </a:r>
            <a:r>
              <a:rPr lang="zh-CN" altLang="en-US"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倍，对阅读更为友好。</a:t>
            </a:r>
            <a:endParaRPr lang="zh-CN" altLang="en-US"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sp>
        <p:nvSpPr>
          <p:cNvPr id="76" name="文本框 75"/>
          <p:cNvSpPr txBox="1"/>
          <p:nvPr/>
        </p:nvSpPr>
        <p:spPr>
          <a:xfrm>
            <a:off x="6511290" y="5139055"/>
            <a:ext cx="4855845" cy="660400"/>
          </a:xfrm>
          <a:prstGeom prst="rect">
            <a:avLst/>
          </a:prstGeom>
          <a:ln w="12700">
            <a:miter lim="400000"/>
          </a:ln>
        </p:spPr>
        <p:txBody>
          <a:bodyPr wrap="square" lIns="50800" tIns="50800" rIns="50800" bIns="50800" anchor="ctr">
            <a:spAutoFit/>
          </a:bodyPr>
          <a:lstStyle>
            <a:lvl1pPr defTabSz="825500">
              <a:defRPr sz="6000" b="1">
                <a:solidFill>
                  <a:srgbClr val="EE230C"/>
                </a:solidFill>
              </a:defRPr>
            </a:lvl1pPr>
          </a:lstStyle>
          <a:p>
            <a:pPr lvl="0" algn="l">
              <a:lnSpc>
                <a:spcPct val="130000"/>
              </a:lnSpc>
              <a:spcBef>
                <a:spcPts val="0"/>
              </a:spcBef>
              <a:spcAft>
                <a:spcPts val="0"/>
              </a:spcAft>
              <a:buClrTx/>
              <a:buSzTx/>
              <a:buFontTx/>
            </a:pPr>
            <a:r>
              <a:rPr lang="zh-CN" altLang="en-US"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这里是</a:t>
            </a:r>
            <a:r>
              <a:rPr lang="zh-CN"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普通内容描述</a:t>
            </a:r>
            <a:r>
              <a:rPr lang="en-US" altLang="zh-CN"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a:t>
            </a:r>
            <a:r>
              <a:rPr lang="zh-CN" altLang="en-US"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思源黑体</a:t>
            </a:r>
            <a:r>
              <a:rPr lang="en-US" altLang="zh-CN"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Regular 14</a:t>
            </a:r>
            <a:r>
              <a:rPr lang="zh-CN" altLang="en-US"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磅，字行间距重新插入默认为</a:t>
            </a:r>
            <a:r>
              <a:rPr lang="en-US" altLang="zh-CN"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1</a:t>
            </a:r>
            <a:r>
              <a:rPr lang="zh-CN" altLang="en-US" sz="1400" b="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倍，</a:t>
            </a:r>
            <a:r>
              <a:rPr lang="zh-CN" altLang="en-US" sz="1400" b="0">
                <a:solidFill>
                  <a:srgbClr val="FF841E"/>
                </a:solidFill>
                <a:latin typeface="思源黑体 CN Regular" panose="020B0500000000000000" charset="-122"/>
                <a:ea typeface="思源黑体 CN Regular" panose="020B0500000000000000" charset="-122"/>
                <a:cs typeface="思源黑体 CN Regular" panose="020B0500000000000000" charset="-122"/>
                <a:sym typeface="+mn-ea"/>
              </a:rPr>
              <a:t>手动调整为</a:t>
            </a:r>
            <a:r>
              <a:rPr lang="en-US" altLang="zh-CN" sz="1400" b="0">
                <a:solidFill>
                  <a:srgbClr val="FF841E"/>
                </a:solidFill>
                <a:latin typeface="思源黑体 CN Regular" panose="020B0500000000000000" charset="-122"/>
                <a:ea typeface="思源黑体 CN Regular" panose="020B0500000000000000" charset="-122"/>
                <a:cs typeface="思源黑体 CN Regular" panose="020B0500000000000000" charset="-122"/>
                <a:sym typeface="+mn-ea"/>
              </a:rPr>
              <a:t>1.3</a:t>
            </a:r>
            <a:r>
              <a:rPr lang="zh-CN" altLang="en-US" sz="1400" b="0">
                <a:solidFill>
                  <a:srgbClr val="FF841E"/>
                </a:solidFill>
                <a:latin typeface="思源黑体 CN Regular" panose="020B0500000000000000" charset="-122"/>
                <a:ea typeface="思源黑体 CN Regular" panose="020B0500000000000000" charset="-122"/>
                <a:cs typeface="思源黑体 CN Regular" panose="020B0500000000000000" charset="-122"/>
                <a:sym typeface="+mn-ea"/>
              </a:rPr>
              <a:t>倍或</a:t>
            </a:r>
            <a:r>
              <a:rPr lang="en-US" altLang="zh-CN" sz="1400" b="0">
                <a:solidFill>
                  <a:srgbClr val="FF841E"/>
                </a:solidFill>
                <a:latin typeface="思源黑体 CN Regular" panose="020B0500000000000000" charset="-122"/>
                <a:ea typeface="思源黑体 CN Regular" panose="020B0500000000000000" charset="-122"/>
                <a:cs typeface="思源黑体 CN Regular" panose="020B0500000000000000" charset="-122"/>
                <a:sym typeface="+mn-ea"/>
              </a:rPr>
              <a:t>1.5</a:t>
            </a:r>
            <a:r>
              <a:rPr lang="zh-CN" altLang="en-US" sz="1400" b="0">
                <a:solidFill>
                  <a:srgbClr val="FF841E"/>
                </a:solidFill>
                <a:latin typeface="思源黑体 CN Regular" panose="020B0500000000000000" charset="-122"/>
                <a:ea typeface="思源黑体 CN Regular" panose="020B0500000000000000" charset="-122"/>
                <a:cs typeface="思源黑体 CN Regular" panose="020B0500000000000000" charset="-122"/>
                <a:sym typeface="+mn-ea"/>
              </a:rPr>
              <a:t>倍</a:t>
            </a:r>
            <a:r>
              <a:rPr lang="zh-CN" altLang="en-US" sz="1400">
                <a:solidFill>
                  <a:srgbClr val="FF841E"/>
                </a:solidFill>
                <a:latin typeface="思源黑体 CN Regular" panose="020B0500000000000000" charset="-122"/>
                <a:ea typeface="思源黑体 CN Regular" panose="020B0500000000000000" charset="-122"/>
                <a:cs typeface="思源黑体 CN Regular" panose="020B0500000000000000" charset="-122"/>
                <a:sym typeface="+mn-ea"/>
              </a:rPr>
              <a:t>，</a:t>
            </a:r>
            <a:r>
              <a:rPr lang="zh-CN" altLang="en-US" sz="1400" b="0">
                <a:solidFill>
                  <a:srgbClr val="666666"/>
                </a:solidFill>
                <a:latin typeface="思源黑体 CN Bold" panose="020B0800000000000000" charset="-122"/>
                <a:ea typeface="思源黑体 CN Bold" panose="020B0800000000000000" charset="-122"/>
                <a:cs typeface="思源黑体 CN Regular" panose="020B0500000000000000" charset="-122"/>
                <a:sym typeface="+mn-ea"/>
              </a:rPr>
              <a:t>对阅读更为友好</a:t>
            </a:r>
            <a:r>
              <a:rPr lang="zh-CN" altLang="en-US" sz="140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rPr>
              <a:t>。</a:t>
            </a:r>
            <a:endParaRPr lang="zh-CN" altLang="en-US" sz="1400">
              <a:solidFill>
                <a:srgbClr val="666666"/>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sp>
        <p:nvSpPr>
          <p:cNvPr id="77" name="文本框 76"/>
          <p:cNvSpPr txBox="1"/>
          <p:nvPr/>
        </p:nvSpPr>
        <p:spPr>
          <a:xfrm>
            <a:off x="6511290" y="1183640"/>
            <a:ext cx="787400" cy="378460"/>
          </a:xfrm>
          <a:prstGeom prst="rect">
            <a:avLst/>
          </a:prstGeom>
          <a:ln w="12700">
            <a:miter lim="400000"/>
          </a:ln>
        </p:spPr>
        <p:txBody>
          <a:bodyPr wrap="none" lIns="50800" tIns="50800" rIns="50800" bIns="50800" anchor="ctr">
            <a:spAutoFit/>
          </a:bodyPr>
          <a:lstStyle>
            <a:lvl1pPr defTabSz="825500">
              <a:defRPr sz="6000" b="1">
                <a:solidFill>
                  <a:srgbClr val="EE230C"/>
                </a:solidFill>
              </a:defRPr>
            </a:lvl1pPr>
          </a:lstStyle>
          <a:p>
            <a:pPr lvl="0" algn="l">
              <a:buClrTx/>
              <a:buSzTx/>
              <a:buFontTx/>
            </a:pPr>
            <a:r>
              <a:rPr lang="zh-CN" sz="1800" b="0">
                <a:solidFill>
                  <a:srgbClr val="333333"/>
                </a:solidFill>
                <a:latin typeface="思源黑体 CN Bold" panose="020B0800000000000000" charset="-122"/>
                <a:ea typeface="思源黑体 CN Bold" panose="020B0800000000000000" charset="-122"/>
                <a:cs typeface="思源黑体 CN Regular" panose="020B0500000000000000" charset="-122"/>
                <a:sym typeface="+mn-ea"/>
              </a:rPr>
              <a:t>示例：</a:t>
            </a:r>
            <a:endParaRPr lang="zh-CN" sz="1800" b="0">
              <a:solidFill>
                <a:srgbClr val="333333"/>
              </a:solidFill>
              <a:latin typeface="思源黑体 CN Bold" panose="020B0800000000000000" charset="-122"/>
              <a:ea typeface="思源黑体 CN Bold" panose="020B0800000000000000" charset="-122"/>
              <a:cs typeface="思源黑体 CN Regular" panose="020B05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75590" y="177165"/>
            <a:ext cx="3266440" cy="532130"/>
          </a:xfrm>
          <a:prstGeom prst="rect">
            <a:avLst/>
          </a:prstGeom>
          <a:ln w="12700">
            <a:miter lim="400000"/>
          </a:ln>
        </p:spPr>
        <p:txBody>
          <a:bodyPr wrap="none" lIns="50800" tIns="50800" rIns="50800" bIns="50800" anchor="ctr">
            <a:spAutoFit/>
          </a:bodyPr>
          <a:lstStyle>
            <a:lvl1pPr defTabSz="825500">
              <a:defRPr sz="6000" b="1">
                <a:solidFill>
                  <a:srgbClr val="EE230C"/>
                </a:solidFill>
              </a:defRPr>
            </a:lvl1pPr>
          </a:lstStyle>
          <a:p>
            <a:pPr lvl="0" algn="l">
              <a:buClrTx/>
              <a:buSzTx/>
              <a:buFontTx/>
            </a:pPr>
            <a:r>
              <a:rPr lang="en-US" sz="2800" b="0">
                <a:solidFill>
                  <a:srgbClr val="0FAF9B"/>
                </a:solidFill>
                <a:latin typeface="思源黑体 CN Bold" panose="020B0800000000000000" charset="-122"/>
                <a:ea typeface="思源黑体 CN Bold" panose="020B0800000000000000" charset="-122"/>
                <a:cs typeface="思源黑体 CN Bold" panose="020B0800000000000000" charset="-122"/>
                <a:sym typeface="+mn-ea"/>
              </a:rPr>
              <a:t>PPT</a:t>
            </a:r>
            <a:r>
              <a:rPr lang="zh-CN" altLang="en-US" sz="2800" b="0">
                <a:solidFill>
                  <a:srgbClr val="0FAF9B"/>
                </a:solidFill>
                <a:latin typeface="思源黑体 CN Bold" panose="020B0800000000000000" charset="-122"/>
                <a:ea typeface="思源黑体 CN Bold" panose="020B0800000000000000" charset="-122"/>
                <a:cs typeface="思源黑体 CN Bold" panose="020B0800000000000000" charset="-122"/>
                <a:sym typeface="+mn-ea"/>
              </a:rPr>
              <a:t>模板使用指南</a:t>
            </a:r>
            <a:r>
              <a:rPr lang="en-US" altLang="zh-CN" sz="2800" b="0">
                <a:solidFill>
                  <a:srgbClr val="0FAF9B"/>
                </a:solidFill>
                <a:latin typeface="思源黑体 CN Bold" panose="020B0800000000000000" charset="-122"/>
                <a:ea typeface="思源黑体 CN Bold" panose="020B0800000000000000" charset="-122"/>
                <a:cs typeface="思源黑体 CN Bold" panose="020B0800000000000000" charset="-122"/>
                <a:sym typeface="+mn-ea"/>
              </a:rPr>
              <a:t>-2</a:t>
            </a:r>
            <a:endParaRPr lang="en-US" altLang="zh-CN" sz="2800" b="0">
              <a:solidFill>
                <a:srgbClr val="0FAF9B"/>
              </a:solidFill>
              <a:latin typeface="思源黑体 CN Bold" panose="020B0800000000000000" charset="-122"/>
              <a:ea typeface="思源黑体 CN Bold" panose="020B0800000000000000" charset="-122"/>
              <a:cs typeface="思源黑体 CN Bold" panose="020B0800000000000000" charset="-122"/>
              <a:sym typeface="+mn-ea"/>
            </a:endParaRPr>
          </a:p>
        </p:txBody>
      </p:sp>
      <p:sp>
        <p:nvSpPr>
          <p:cNvPr id="11" name="文本框 10"/>
          <p:cNvSpPr txBox="1"/>
          <p:nvPr/>
        </p:nvSpPr>
        <p:spPr>
          <a:xfrm>
            <a:off x="680085" y="1183640"/>
            <a:ext cx="5415915" cy="3969385"/>
          </a:xfrm>
          <a:prstGeom prst="rect">
            <a:avLst/>
          </a:prstGeom>
          <a:noFill/>
        </p:spPr>
        <p:txBody>
          <a:bodyPr wrap="square" rtlCol="0">
            <a:spAutoFit/>
          </a:bodyPr>
          <a:p>
            <a:r>
              <a:rPr lang="zh-CN" altLang="en-US">
                <a:latin typeface="思源黑体 CN Regular" panose="020B0500000000000000" charset="-122"/>
                <a:ea typeface="思源黑体 CN Regular" panose="020B0500000000000000" charset="-122"/>
              </a:rPr>
              <a:t>主色系：麦米科技绿、麦米活力橙、白色</a:t>
            </a:r>
            <a:endParaRPr lang="zh-CN" altLang="en-US">
              <a:latin typeface="思源黑体 CN Regular" panose="020B0500000000000000" charset="-122"/>
              <a:ea typeface="思源黑体 CN Regular" panose="020B0500000000000000" charset="-122"/>
            </a:endParaRPr>
          </a:p>
          <a:p>
            <a:endParaRPr lang="zh-CN" altLang="en-US">
              <a:latin typeface="思源黑体 CN Regular" panose="020B0500000000000000" charset="-122"/>
              <a:ea typeface="思源黑体 CN Regular" panose="020B0500000000000000" charset="-122"/>
            </a:endParaRPr>
          </a:p>
          <a:p>
            <a:endParaRPr lang="zh-CN" altLang="en-US">
              <a:latin typeface="思源黑体 CN Regular" panose="020B0500000000000000" charset="-122"/>
              <a:ea typeface="思源黑体 CN Regular" panose="020B0500000000000000" charset="-122"/>
            </a:endParaRPr>
          </a:p>
          <a:p>
            <a:endParaRPr lang="zh-CN" altLang="en-US">
              <a:latin typeface="思源黑体 CN Regular" panose="020B0500000000000000" charset="-122"/>
              <a:ea typeface="思源黑体 CN Regular" panose="020B0500000000000000" charset="-122"/>
            </a:endParaRPr>
          </a:p>
          <a:p>
            <a:endParaRPr lang="zh-CN" altLang="en-US">
              <a:latin typeface="思源黑体 CN Regular" panose="020B0500000000000000" charset="-122"/>
              <a:ea typeface="思源黑体 CN Regular" panose="020B0500000000000000" charset="-122"/>
            </a:endParaRPr>
          </a:p>
          <a:p>
            <a:endParaRPr lang="zh-CN" altLang="en-US">
              <a:latin typeface="思源黑体 CN Regular" panose="020B0500000000000000" charset="-122"/>
              <a:ea typeface="思源黑体 CN Regular" panose="020B0500000000000000" charset="-122"/>
            </a:endParaRPr>
          </a:p>
          <a:p>
            <a:endParaRPr lang="zh-CN" altLang="en-US">
              <a:latin typeface="思源黑体 CN Regular" panose="020B0500000000000000" charset="-122"/>
              <a:ea typeface="思源黑体 CN Regular" panose="020B0500000000000000" charset="-122"/>
            </a:endParaRPr>
          </a:p>
          <a:p>
            <a:r>
              <a:rPr lang="zh-CN" altLang="en-US">
                <a:latin typeface="思源黑体 CN Regular" panose="020B0500000000000000" charset="-122"/>
                <a:ea typeface="思源黑体 CN Regular" panose="020B0500000000000000" charset="-122"/>
              </a:rPr>
              <a:t>辅助色：绿色渐变、橙色渐变、蓝色渐变、</a:t>
            </a:r>
            <a:endParaRPr lang="zh-CN" altLang="en-US">
              <a:latin typeface="思源黑体 CN Regular" panose="020B0500000000000000" charset="-122"/>
              <a:ea typeface="思源黑体 CN Regular" panose="020B0500000000000000" charset="-122"/>
            </a:endParaRPr>
          </a:p>
          <a:p>
            <a:r>
              <a:rPr lang="zh-CN" altLang="en-US">
                <a:latin typeface="思源黑体 CN Regular" panose="020B0500000000000000" charset="-122"/>
                <a:ea typeface="思源黑体 CN Regular" panose="020B0500000000000000" charset="-122"/>
              </a:rPr>
              <a:t>黑色、</a:t>
            </a:r>
            <a:r>
              <a:rPr lang="zh-CN" altLang="en-US">
                <a:latin typeface="思源黑体 CN Regular" panose="020B0500000000000000" charset="-122"/>
                <a:ea typeface="思源黑体 CN Regular" panose="020B0500000000000000" charset="-122"/>
                <a:sym typeface="+mn-ea"/>
              </a:rPr>
              <a:t>灰色</a:t>
            </a:r>
            <a:endParaRPr lang="zh-CN" altLang="en-US">
              <a:latin typeface="思源黑体 CN Regular" panose="020B0500000000000000" charset="-122"/>
              <a:ea typeface="思源黑体 CN Regular" panose="020B0500000000000000" charset="-122"/>
            </a:endParaRPr>
          </a:p>
          <a:p>
            <a:endParaRPr lang="zh-CN" altLang="en-US">
              <a:latin typeface="思源黑体 CN Regular" panose="020B0500000000000000" charset="-122"/>
              <a:ea typeface="思源黑体 CN Regular" panose="020B0500000000000000" charset="-122"/>
            </a:endParaRPr>
          </a:p>
          <a:p>
            <a:endParaRPr lang="zh-CN" altLang="en-US">
              <a:latin typeface="思源黑体 CN Regular" panose="020B0500000000000000" charset="-122"/>
              <a:ea typeface="思源黑体 CN Regular" panose="020B0500000000000000" charset="-122"/>
            </a:endParaRPr>
          </a:p>
          <a:p>
            <a:endParaRPr lang="zh-CN" altLang="en-US">
              <a:latin typeface="思源黑体 CN Regular" panose="020B0500000000000000" charset="-122"/>
              <a:ea typeface="思源黑体 CN Regular" panose="020B0500000000000000" charset="-122"/>
            </a:endParaRPr>
          </a:p>
          <a:p>
            <a:endParaRPr lang="zh-CN" altLang="en-US">
              <a:latin typeface="思源黑体 CN Regular" panose="020B0500000000000000" charset="-122"/>
              <a:ea typeface="思源黑体 CN Regular" panose="020B0500000000000000" charset="-122"/>
            </a:endParaRPr>
          </a:p>
          <a:p>
            <a:r>
              <a:rPr lang="zh-CN" altLang="en-US">
                <a:latin typeface="思源黑体 CN Regular" panose="020B0500000000000000" charset="-122"/>
                <a:ea typeface="思源黑体 CN Regular" panose="020B0500000000000000" charset="-122"/>
              </a:rPr>
              <a:t>颜色使用占比</a:t>
            </a:r>
            <a:endParaRPr lang="zh-CN" altLang="en-US">
              <a:latin typeface="思源黑体 CN Regular" panose="020B0500000000000000" charset="-122"/>
              <a:ea typeface="思源黑体 CN Regular" panose="020B0500000000000000" charset="-122"/>
            </a:endParaRPr>
          </a:p>
        </p:txBody>
      </p:sp>
      <p:sp>
        <p:nvSpPr>
          <p:cNvPr id="12" name="椭圆 11"/>
          <p:cNvSpPr/>
          <p:nvPr>
            <p:custDataLst>
              <p:tags r:id="rId1"/>
            </p:custDataLst>
          </p:nvPr>
        </p:nvSpPr>
        <p:spPr>
          <a:xfrm>
            <a:off x="5427980" y="926465"/>
            <a:ext cx="889000" cy="889000"/>
          </a:xfrm>
          <a:prstGeom prst="ellipse">
            <a:avLst/>
          </a:prstGeom>
          <a:solidFill>
            <a:srgbClr val="0FAF9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椭圆 12"/>
          <p:cNvSpPr/>
          <p:nvPr>
            <p:custDataLst>
              <p:tags r:id="rId2"/>
            </p:custDataLst>
          </p:nvPr>
        </p:nvSpPr>
        <p:spPr>
          <a:xfrm>
            <a:off x="6824980" y="926465"/>
            <a:ext cx="889000" cy="889000"/>
          </a:xfrm>
          <a:prstGeom prst="ellipse">
            <a:avLst/>
          </a:prstGeom>
          <a:solidFill>
            <a:srgbClr val="FF841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椭圆 13"/>
          <p:cNvSpPr/>
          <p:nvPr/>
        </p:nvSpPr>
        <p:spPr>
          <a:xfrm>
            <a:off x="8133080" y="926465"/>
            <a:ext cx="889000" cy="889000"/>
          </a:xfrm>
          <a:prstGeom prst="ellipse">
            <a:avLst/>
          </a:prstGeom>
          <a:solidFill>
            <a:schemeClr val="bg1"/>
          </a:solidFill>
          <a:ln>
            <a:solidFill>
              <a:srgbClr val="CCCCC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椭圆 15"/>
          <p:cNvSpPr/>
          <p:nvPr>
            <p:custDataLst>
              <p:tags r:id="rId3"/>
            </p:custDataLst>
          </p:nvPr>
        </p:nvSpPr>
        <p:spPr bwMode="auto">
          <a:xfrm>
            <a:off x="5427980" y="3011805"/>
            <a:ext cx="711200" cy="711200"/>
          </a:xfrm>
          <a:prstGeom prst="ellipse">
            <a:avLst/>
          </a:prstGeom>
          <a:gradFill>
            <a:gsLst>
              <a:gs pos="0">
                <a:srgbClr val="AAEBE3"/>
              </a:gs>
              <a:gs pos="39000">
                <a:srgbClr val="67CAC3">
                  <a:alpha val="100000"/>
                </a:srgbClr>
              </a:gs>
              <a:gs pos="81000">
                <a:srgbClr val="0FAF9B"/>
              </a:gs>
            </a:gsLst>
            <a:lin ang="2700000" scaled="0"/>
          </a:gradFill>
          <a:ln w="6055" cap="flat">
            <a:noFill/>
            <a:prstDash val="solid"/>
            <a:miter/>
          </a:ln>
        </p:spPr>
        <p:txBody>
          <a:bodyPr lIns="108000" tIns="108000" rIns="108000" bIns="108000" rtlCol="0" anchor="ctr">
            <a:noAutofit/>
          </a:bodyPr>
          <a:lstStyle/>
          <a:p>
            <a:pPr lvl="0" algn="ctr">
              <a:buClrTx/>
              <a:buSzTx/>
              <a:buFontTx/>
            </a:pPr>
            <a:endParaRPr lang="zh-CN" altLang="en-US">
              <a:latin typeface="Arial" panose="020B0604020202020204" pitchFamily="34" charset="0"/>
              <a:ea typeface="思源黑体 CN Regular" panose="020B0500000000000000" charset="-122"/>
              <a:sym typeface="+mn-ea"/>
            </a:endParaRPr>
          </a:p>
        </p:txBody>
      </p:sp>
      <p:sp>
        <p:nvSpPr>
          <p:cNvPr id="17" name="椭圆 16"/>
          <p:cNvSpPr/>
          <p:nvPr>
            <p:custDataLst>
              <p:tags r:id="rId4"/>
            </p:custDataLst>
          </p:nvPr>
        </p:nvSpPr>
        <p:spPr bwMode="auto">
          <a:xfrm>
            <a:off x="6487160" y="3011805"/>
            <a:ext cx="711200" cy="711200"/>
          </a:xfrm>
          <a:prstGeom prst="ellipse">
            <a:avLst/>
          </a:prstGeom>
          <a:gradFill>
            <a:gsLst>
              <a:gs pos="36000">
                <a:srgbClr val="F8890F">
                  <a:alpha val="100000"/>
                </a:srgbClr>
              </a:gs>
              <a:gs pos="0">
                <a:srgbClr val="FFCDAB"/>
              </a:gs>
              <a:gs pos="79000">
                <a:srgbClr val="FF841E"/>
              </a:gs>
            </a:gsLst>
            <a:lin ang="2700000" scaled="0"/>
          </a:gradFill>
          <a:ln w="6055" cap="flat">
            <a:noFill/>
            <a:prstDash val="solid"/>
            <a:miter/>
          </a:ln>
        </p:spPr>
        <p:txBody>
          <a:bodyPr lIns="108000" tIns="108000" rIns="108000" bIns="108000" rtlCol="0" anchor="ctr">
            <a:noAutofit/>
          </a:bodyPr>
          <a:lstStyle/>
          <a:p>
            <a:pPr lvl="0" algn="ctr">
              <a:buClrTx/>
              <a:buSzTx/>
              <a:buFontTx/>
            </a:pPr>
            <a:endParaRPr lang="zh-CN" altLang="en-US" dirty="0">
              <a:latin typeface="Arial" panose="020B0604020202020204" pitchFamily="34" charset="0"/>
              <a:ea typeface="思源黑体 CN Regular" panose="020B0500000000000000" charset="-122"/>
              <a:sym typeface="+mn-ea"/>
            </a:endParaRPr>
          </a:p>
        </p:txBody>
      </p:sp>
      <p:sp>
        <p:nvSpPr>
          <p:cNvPr id="22" name="椭圆 21"/>
          <p:cNvSpPr/>
          <p:nvPr/>
        </p:nvSpPr>
        <p:spPr bwMode="auto">
          <a:xfrm>
            <a:off x="7546340" y="3011805"/>
            <a:ext cx="711200" cy="711200"/>
          </a:xfrm>
          <a:prstGeom prst="ellipse">
            <a:avLst/>
          </a:prstGeom>
          <a:gradFill>
            <a:gsLst>
              <a:gs pos="0">
                <a:srgbClr val="A5E4EF"/>
              </a:gs>
              <a:gs pos="83000">
                <a:srgbClr val="5BBDE1"/>
              </a:gs>
            </a:gsLst>
            <a:lin ang="2700000" scaled="0"/>
          </a:gradFill>
          <a:ln w="6055" cap="flat">
            <a:noFill/>
            <a:prstDash val="solid"/>
            <a:miter/>
          </a:ln>
        </p:spPr>
        <p:txBody>
          <a:bodyPr lIns="108000" tIns="108000" rIns="108000" bIns="108000" rtlCol="0" anchor="ctr">
            <a:noAutofit/>
          </a:bodyPr>
          <a:lstStyle/>
          <a:p>
            <a:pPr lvl="0" algn="ctr">
              <a:buClrTx/>
              <a:buSzTx/>
              <a:buFontTx/>
            </a:pPr>
            <a:endParaRPr lang="zh-CN" altLang="en-US">
              <a:latin typeface="Arial" panose="020B0604020202020204" pitchFamily="34" charset="0"/>
              <a:ea typeface="思源黑体 CN Regular" panose="020B0500000000000000" charset="-122"/>
              <a:sym typeface="+mn-ea"/>
            </a:endParaRPr>
          </a:p>
        </p:txBody>
      </p:sp>
      <p:sp>
        <p:nvSpPr>
          <p:cNvPr id="23" name="椭圆 22"/>
          <p:cNvSpPr/>
          <p:nvPr/>
        </p:nvSpPr>
        <p:spPr>
          <a:xfrm>
            <a:off x="8605520" y="3011805"/>
            <a:ext cx="711200" cy="711200"/>
          </a:xfrm>
          <a:prstGeom prst="ellipse">
            <a:avLst/>
          </a:prstGeom>
          <a:solidFill>
            <a:srgbClr val="3333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椭圆 23"/>
          <p:cNvSpPr/>
          <p:nvPr/>
        </p:nvSpPr>
        <p:spPr>
          <a:xfrm>
            <a:off x="9664700" y="3011805"/>
            <a:ext cx="711200" cy="711200"/>
          </a:xfrm>
          <a:prstGeom prst="ellipse">
            <a:avLst/>
          </a:prstGeom>
          <a:solidFill>
            <a:srgbClr val="66666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椭圆 24"/>
          <p:cNvSpPr/>
          <p:nvPr/>
        </p:nvSpPr>
        <p:spPr>
          <a:xfrm>
            <a:off x="10723880" y="3011805"/>
            <a:ext cx="711200" cy="711200"/>
          </a:xfrm>
          <a:prstGeom prst="ellipse">
            <a:avLst/>
          </a:prstGeom>
          <a:solidFill>
            <a:srgbClr val="9999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文本框 26"/>
          <p:cNvSpPr txBox="1"/>
          <p:nvPr>
            <p:custDataLst>
              <p:tags r:id="rId5"/>
            </p:custDataLst>
          </p:nvPr>
        </p:nvSpPr>
        <p:spPr>
          <a:xfrm>
            <a:off x="5218430" y="1815465"/>
            <a:ext cx="1308100" cy="291465"/>
          </a:xfrm>
          <a:prstGeom prst="rect">
            <a:avLst/>
          </a:prstGeom>
          <a:noFill/>
        </p:spPr>
        <p:txBody>
          <a:bodyPr wrap="square" rtlCol="0">
            <a:spAutoFit/>
          </a:bodyPr>
          <a:p>
            <a:pPr algn="ctr"/>
            <a:r>
              <a:rPr lang="en-US" altLang="zh-CN" sz="1300">
                <a:latin typeface="Arial" panose="020B0604020202020204" pitchFamily="34" charset="0"/>
                <a:ea typeface="思源黑体 CN Regular" panose="020B0500000000000000" charset="-122"/>
                <a:cs typeface="Arial" panose="020B0604020202020204" pitchFamily="34" charset="0"/>
              </a:rPr>
              <a:t>#0faf9b</a:t>
            </a:r>
            <a:endParaRPr lang="en-US" altLang="zh-CN" sz="1300">
              <a:latin typeface="Arial" panose="020B0604020202020204" pitchFamily="34" charset="0"/>
              <a:ea typeface="思源黑体 CN Regular" panose="020B0500000000000000" charset="-122"/>
              <a:cs typeface="Arial" panose="020B0604020202020204" pitchFamily="34" charset="0"/>
            </a:endParaRPr>
          </a:p>
        </p:txBody>
      </p:sp>
      <p:sp>
        <p:nvSpPr>
          <p:cNvPr id="28" name="文本框 27"/>
          <p:cNvSpPr txBox="1"/>
          <p:nvPr>
            <p:custDataLst>
              <p:tags r:id="rId6"/>
            </p:custDataLst>
          </p:nvPr>
        </p:nvSpPr>
        <p:spPr>
          <a:xfrm>
            <a:off x="6599555" y="1815465"/>
            <a:ext cx="1308100" cy="291465"/>
          </a:xfrm>
          <a:prstGeom prst="rect">
            <a:avLst/>
          </a:prstGeom>
          <a:noFill/>
        </p:spPr>
        <p:txBody>
          <a:bodyPr wrap="square" rtlCol="0">
            <a:spAutoFit/>
          </a:bodyPr>
          <a:p>
            <a:pPr algn="ctr"/>
            <a:r>
              <a:rPr lang="en-US" altLang="zh-CN" sz="1300">
                <a:latin typeface="Arial" panose="020B0604020202020204" pitchFamily="34" charset="0"/>
                <a:ea typeface="思源黑体 CN Regular" panose="020B0500000000000000" charset="-122"/>
                <a:cs typeface="Arial" panose="020B0604020202020204" pitchFamily="34" charset="0"/>
              </a:rPr>
              <a:t>#ff841e</a:t>
            </a:r>
            <a:endParaRPr lang="en-US" altLang="zh-CN" sz="1300">
              <a:latin typeface="Arial" panose="020B0604020202020204" pitchFamily="34" charset="0"/>
              <a:ea typeface="思源黑体 CN Regular" panose="020B0500000000000000" charset="-122"/>
              <a:cs typeface="Arial" panose="020B0604020202020204" pitchFamily="34" charset="0"/>
            </a:endParaRPr>
          </a:p>
        </p:txBody>
      </p:sp>
      <p:sp>
        <p:nvSpPr>
          <p:cNvPr id="30" name="文本框 29"/>
          <p:cNvSpPr txBox="1"/>
          <p:nvPr>
            <p:custDataLst>
              <p:tags r:id="rId7"/>
            </p:custDataLst>
          </p:nvPr>
        </p:nvSpPr>
        <p:spPr>
          <a:xfrm>
            <a:off x="7902575" y="1815465"/>
            <a:ext cx="1308100" cy="291465"/>
          </a:xfrm>
          <a:prstGeom prst="rect">
            <a:avLst/>
          </a:prstGeom>
          <a:noFill/>
        </p:spPr>
        <p:txBody>
          <a:bodyPr wrap="square" rtlCol="0">
            <a:spAutoFit/>
          </a:bodyPr>
          <a:p>
            <a:pPr algn="ctr"/>
            <a:r>
              <a:rPr lang="en-US" altLang="zh-CN" sz="1300">
                <a:latin typeface="Arial" panose="020B0604020202020204" pitchFamily="34" charset="0"/>
                <a:ea typeface="思源黑体 CN Regular" panose="020B0500000000000000" charset="-122"/>
                <a:cs typeface="Arial" panose="020B0604020202020204" pitchFamily="34" charset="0"/>
              </a:rPr>
              <a:t>#ffffff</a:t>
            </a:r>
            <a:endParaRPr lang="en-US" altLang="zh-CN" sz="1300">
              <a:latin typeface="Arial" panose="020B0604020202020204" pitchFamily="34" charset="0"/>
              <a:ea typeface="思源黑体 CN Regular" panose="020B0500000000000000" charset="-122"/>
              <a:cs typeface="Arial" panose="020B0604020202020204" pitchFamily="34" charset="0"/>
            </a:endParaRPr>
          </a:p>
        </p:txBody>
      </p:sp>
      <p:sp>
        <p:nvSpPr>
          <p:cNvPr id="31" name="文本框 30"/>
          <p:cNvSpPr txBox="1"/>
          <p:nvPr>
            <p:custDataLst>
              <p:tags r:id="rId8"/>
            </p:custDataLst>
          </p:nvPr>
        </p:nvSpPr>
        <p:spPr>
          <a:xfrm>
            <a:off x="5129530" y="3723005"/>
            <a:ext cx="1308100" cy="291465"/>
          </a:xfrm>
          <a:prstGeom prst="rect">
            <a:avLst/>
          </a:prstGeom>
          <a:noFill/>
        </p:spPr>
        <p:txBody>
          <a:bodyPr wrap="square" rtlCol="0">
            <a:spAutoFit/>
          </a:bodyPr>
          <a:p>
            <a:pPr algn="ctr"/>
            <a:r>
              <a:rPr lang="en-US" altLang="zh-CN" sz="1300">
                <a:latin typeface="Arial" panose="020B0604020202020204" pitchFamily="34" charset="0"/>
                <a:ea typeface="思源黑体 CN Regular" panose="020B0500000000000000" charset="-122"/>
                <a:cs typeface="Arial" panose="020B0604020202020204" pitchFamily="34" charset="0"/>
              </a:rPr>
              <a:t>#0faf9b</a:t>
            </a:r>
            <a:endParaRPr lang="en-US" altLang="zh-CN" sz="1300">
              <a:latin typeface="Arial" panose="020B0604020202020204" pitchFamily="34" charset="0"/>
              <a:ea typeface="思源黑体 CN Regular" panose="020B0500000000000000" charset="-122"/>
              <a:cs typeface="Arial" panose="020B0604020202020204" pitchFamily="34" charset="0"/>
            </a:endParaRPr>
          </a:p>
        </p:txBody>
      </p:sp>
      <p:sp>
        <p:nvSpPr>
          <p:cNvPr id="32" name="文本框 31"/>
          <p:cNvSpPr txBox="1"/>
          <p:nvPr>
            <p:custDataLst>
              <p:tags r:id="rId9"/>
            </p:custDataLst>
          </p:nvPr>
        </p:nvSpPr>
        <p:spPr>
          <a:xfrm>
            <a:off x="5129530" y="2720340"/>
            <a:ext cx="1308100" cy="291465"/>
          </a:xfrm>
          <a:prstGeom prst="rect">
            <a:avLst/>
          </a:prstGeom>
          <a:noFill/>
        </p:spPr>
        <p:txBody>
          <a:bodyPr wrap="square" rtlCol="0">
            <a:spAutoFit/>
          </a:bodyPr>
          <a:p>
            <a:pPr algn="ctr"/>
            <a:r>
              <a:rPr lang="en-US" altLang="zh-CN" sz="1300">
                <a:latin typeface="Arial" panose="020B0604020202020204" pitchFamily="34" charset="0"/>
                <a:ea typeface="思源黑体 CN Regular" panose="020B0500000000000000" charset="-122"/>
                <a:cs typeface="Arial" panose="020B0604020202020204" pitchFamily="34" charset="0"/>
              </a:rPr>
              <a:t>#aaebe3</a:t>
            </a:r>
            <a:endParaRPr lang="en-US" altLang="zh-CN" sz="1300">
              <a:latin typeface="Arial" panose="020B0604020202020204" pitchFamily="34" charset="0"/>
              <a:ea typeface="思源黑体 CN Regular" panose="020B0500000000000000" charset="-122"/>
              <a:cs typeface="Arial" panose="020B0604020202020204" pitchFamily="34" charset="0"/>
            </a:endParaRPr>
          </a:p>
        </p:txBody>
      </p:sp>
      <p:sp>
        <p:nvSpPr>
          <p:cNvPr id="33" name="文本框 32"/>
          <p:cNvSpPr txBox="1"/>
          <p:nvPr>
            <p:custDataLst>
              <p:tags r:id="rId10"/>
            </p:custDataLst>
          </p:nvPr>
        </p:nvSpPr>
        <p:spPr>
          <a:xfrm>
            <a:off x="6188710" y="3723005"/>
            <a:ext cx="1308100" cy="291465"/>
          </a:xfrm>
          <a:prstGeom prst="rect">
            <a:avLst/>
          </a:prstGeom>
          <a:noFill/>
        </p:spPr>
        <p:txBody>
          <a:bodyPr wrap="square" rtlCol="0">
            <a:spAutoFit/>
          </a:bodyPr>
          <a:p>
            <a:pPr algn="ctr"/>
            <a:r>
              <a:rPr lang="en-US" altLang="zh-CN" sz="1300">
                <a:latin typeface="Arial" panose="020B0604020202020204" pitchFamily="34" charset="0"/>
                <a:ea typeface="思源黑体 CN Regular" panose="020B0500000000000000" charset="-122"/>
                <a:cs typeface="Arial" panose="020B0604020202020204" pitchFamily="34" charset="0"/>
                <a:sym typeface="+mn-ea"/>
              </a:rPr>
              <a:t>#ff841e</a:t>
            </a:r>
            <a:endParaRPr lang="en-US" altLang="zh-CN" sz="1300">
              <a:latin typeface="Arial" panose="020B0604020202020204" pitchFamily="34" charset="0"/>
              <a:ea typeface="思源黑体 CN Regular" panose="020B0500000000000000" charset="-122"/>
              <a:cs typeface="Arial" panose="020B0604020202020204" pitchFamily="34" charset="0"/>
            </a:endParaRPr>
          </a:p>
        </p:txBody>
      </p:sp>
      <p:sp>
        <p:nvSpPr>
          <p:cNvPr id="34" name="文本框 33"/>
          <p:cNvSpPr txBox="1"/>
          <p:nvPr>
            <p:custDataLst>
              <p:tags r:id="rId11"/>
            </p:custDataLst>
          </p:nvPr>
        </p:nvSpPr>
        <p:spPr>
          <a:xfrm>
            <a:off x="6188710" y="2720340"/>
            <a:ext cx="1308100" cy="291465"/>
          </a:xfrm>
          <a:prstGeom prst="rect">
            <a:avLst/>
          </a:prstGeom>
          <a:noFill/>
        </p:spPr>
        <p:txBody>
          <a:bodyPr wrap="square" rtlCol="0">
            <a:spAutoFit/>
          </a:bodyPr>
          <a:p>
            <a:pPr algn="ctr"/>
            <a:r>
              <a:rPr lang="en-US" altLang="zh-CN" sz="1300">
                <a:latin typeface="Arial" panose="020B0604020202020204" pitchFamily="34" charset="0"/>
                <a:ea typeface="思源黑体 CN Regular" panose="020B0500000000000000" charset="-122"/>
                <a:cs typeface="Arial" panose="020B0604020202020204" pitchFamily="34" charset="0"/>
              </a:rPr>
              <a:t>#ffcdab</a:t>
            </a:r>
            <a:endParaRPr lang="en-US" altLang="zh-CN" sz="1300">
              <a:latin typeface="Arial" panose="020B0604020202020204" pitchFamily="34" charset="0"/>
              <a:ea typeface="思源黑体 CN Regular" panose="020B0500000000000000" charset="-122"/>
              <a:cs typeface="Arial" panose="020B0604020202020204" pitchFamily="34" charset="0"/>
            </a:endParaRPr>
          </a:p>
        </p:txBody>
      </p:sp>
      <p:sp>
        <p:nvSpPr>
          <p:cNvPr id="35" name="文本框 34"/>
          <p:cNvSpPr txBox="1"/>
          <p:nvPr>
            <p:custDataLst>
              <p:tags r:id="rId12"/>
            </p:custDataLst>
          </p:nvPr>
        </p:nvSpPr>
        <p:spPr>
          <a:xfrm>
            <a:off x="7279640" y="3723005"/>
            <a:ext cx="1308100" cy="291465"/>
          </a:xfrm>
          <a:prstGeom prst="rect">
            <a:avLst/>
          </a:prstGeom>
          <a:noFill/>
        </p:spPr>
        <p:txBody>
          <a:bodyPr wrap="square" rtlCol="0">
            <a:spAutoFit/>
          </a:bodyPr>
          <a:p>
            <a:pPr algn="ctr"/>
            <a:r>
              <a:rPr lang="en-US" altLang="zh-CN" sz="1300">
                <a:latin typeface="Arial" panose="020B0604020202020204" pitchFamily="34" charset="0"/>
                <a:ea typeface="思源黑体 CN Regular" panose="020B0500000000000000" charset="-122"/>
                <a:cs typeface="Arial" panose="020B0604020202020204" pitchFamily="34" charset="0"/>
              </a:rPr>
              <a:t>#5bbde1</a:t>
            </a:r>
            <a:endParaRPr lang="en-US" altLang="zh-CN" sz="1300">
              <a:latin typeface="Arial" panose="020B0604020202020204" pitchFamily="34" charset="0"/>
              <a:ea typeface="思源黑体 CN Regular" panose="020B0500000000000000" charset="-122"/>
              <a:cs typeface="Arial" panose="020B0604020202020204" pitchFamily="34" charset="0"/>
            </a:endParaRPr>
          </a:p>
        </p:txBody>
      </p:sp>
      <p:sp>
        <p:nvSpPr>
          <p:cNvPr id="36" name="文本框 35"/>
          <p:cNvSpPr txBox="1"/>
          <p:nvPr>
            <p:custDataLst>
              <p:tags r:id="rId13"/>
            </p:custDataLst>
          </p:nvPr>
        </p:nvSpPr>
        <p:spPr>
          <a:xfrm>
            <a:off x="7279640" y="2720340"/>
            <a:ext cx="1308100" cy="291465"/>
          </a:xfrm>
          <a:prstGeom prst="rect">
            <a:avLst/>
          </a:prstGeom>
          <a:noFill/>
        </p:spPr>
        <p:txBody>
          <a:bodyPr wrap="square" rtlCol="0">
            <a:spAutoFit/>
          </a:bodyPr>
          <a:p>
            <a:pPr algn="ctr"/>
            <a:r>
              <a:rPr lang="en-US" altLang="zh-CN" sz="1300">
                <a:latin typeface="Arial" panose="020B0604020202020204" pitchFamily="34" charset="0"/>
                <a:ea typeface="思源黑体 CN Regular" panose="020B0500000000000000" charset="-122"/>
                <a:cs typeface="Arial" panose="020B0604020202020204" pitchFamily="34" charset="0"/>
              </a:rPr>
              <a:t>#a5e4ef</a:t>
            </a:r>
            <a:endParaRPr lang="en-US" altLang="zh-CN" sz="1300">
              <a:latin typeface="Arial" panose="020B0604020202020204" pitchFamily="34" charset="0"/>
              <a:ea typeface="思源黑体 CN Regular" panose="020B0500000000000000" charset="-122"/>
              <a:cs typeface="Arial" panose="020B0604020202020204" pitchFamily="34" charset="0"/>
            </a:endParaRPr>
          </a:p>
        </p:txBody>
      </p:sp>
      <p:sp>
        <p:nvSpPr>
          <p:cNvPr id="37" name="文本框 36"/>
          <p:cNvSpPr txBox="1"/>
          <p:nvPr>
            <p:custDataLst>
              <p:tags r:id="rId14"/>
            </p:custDataLst>
          </p:nvPr>
        </p:nvSpPr>
        <p:spPr>
          <a:xfrm>
            <a:off x="8257540" y="3723005"/>
            <a:ext cx="1308100" cy="291465"/>
          </a:xfrm>
          <a:prstGeom prst="rect">
            <a:avLst/>
          </a:prstGeom>
          <a:noFill/>
        </p:spPr>
        <p:txBody>
          <a:bodyPr wrap="square" rtlCol="0">
            <a:spAutoFit/>
          </a:bodyPr>
          <a:p>
            <a:pPr algn="ctr"/>
            <a:r>
              <a:rPr lang="en-US" altLang="zh-CN" sz="1300">
                <a:latin typeface="Arial" panose="020B0604020202020204" pitchFamily="34" charset="0"/>
                <a:ea typeface="思源黑体 CN Regular" panose="020B0500000000000000" charset="-122"/>
                <a:cs typeface="Arial" panose="020B0604020202020204" pitchFamily="34" charset="0"/>
              </a:rPr>
              <a:t>#333333</a:t>
            </a:r>
            <a:endParaRPr lang="en-US" altLang="zh-CN" sz="1300">
              <a:latin typeface="Arial" panose="020B0604020202020204" pitchFamily="34" charset="0"/>
              <a:ea typeface="思源黑体 CN Regular" panose="020B0500000000000000" charset="-122"/>
              <a:cs typeface="Arial" panose="020B0604020202020204" pitchFamily="34" charset="0"/>
            </a:endParaRPr>
          </a:p>
        </p:txBody>
      </p:sp>
      <p:sp>
        <p:nvSpPr>
          <p:cNvPr id="39" name="文本框 38"/>
          <p:cNvSpPr txBox="1"/>
          <p:nvPr>
            <p:custDataLst>
              <p:tags r:id="rId15"/>
            </p:custDataLst>
          </p:nvPr>
        </p:nvSpPr>
        <p:spPr>
          <a:xfrm>
            <a:off x="9366250" y="3723005"/>
            <a:ext cx="1308100" cy="291465"/>
          </a:xfrm>
          <a:prstGeom prst="rect">
            <a:avLst/>
          </a:prstGeom>
          <a:noFill/>
        </p:spPr>
        <p:txBody>
          <a:bodyPr wrap="square" rtlCol="0">
            <a:spAutoFit/>
          </a:bodyPr>
          <a:p>
            <a:pPr algn="ctr"/>
            <a:r>
              <a:rPr lang="en-US" altLang="zh-CN" sz="1300">
                <a:latin typeface="Arial" panose="020B0604020202020204" pitchFamily="34" charset="0"/>
                <a:ea typeface="思源黑体 CN Regular" panose="020B0500000000000000" charset="-122"/>
                <a:cs typeface="Arial" panose="020B0604020202020204" pitchFamily="34" charset="0"/>
              </a:rPr>
              <a:t>#666666</a:t>
            </a:r>
            <a:endParaRPr lang="en-US" altLang="zh-CN" sz="1300">
              <a:latin typeface="Arial" panose="020B0604020202020204" pitchFamily="34" charset="0"/>
              <a:ea typeface="思源黑体 CN Regular" panose="020B0500000000000000" charset="-122"/>
              <a:cs typeface="Arial" panose="020B0604020202020204" pitchFamily="34" charset="0"/>
            </a:endParaRPr>
          </a:p>
        </p:txBody>
      </p:sp>
      <p:sp>
        <p:nvSpPr>
          <p:cNvPr id="41" name="文本框 40"/>
          <p:cNvSpPr txBox="1"/>
          <p:nvPr>
            <p:custDataLst>
              <p:tags r:id="rId16"/>
            </p:custDataLst>
          </p:nvPr>
        </p:nvSpPr>
        <p:spPr>
          <a:xfrm>
            <a:off x="10425430" y="3723005"/>
            <a:ext cx="1308100" cy="291465"/>
          </a:xfrm>
          <a:prstGeom prst="rect">
            <a:avLst/>
          </a:prstGeom>
          <a:noFill/>
        </p:spPr>
        <p:txBody>
          <a:bodyPr wrap="square" rtlCol="0">
            <a:spAutoFit/>
          </a:bodyPr>
          <a:p>
            <a:pPr algn="ctr"/>
            <a:r>
              <a:rPr lang="en-US" altLang="zh-CN" sz="1300">
                <a:latin typeface="Arial" panose="020B0604020202020204" pitchFamily="34" charset="0"/>
                <a:ea typeface="思源黑体 CN Regular" panose="020B0500000000000000" charset="-122"/>
                <a:cs typeface="Arial" panose="020B0604020202020204" pitchFamily="34" charset="0"/>
              </a:rPr>
              <a:t>#999999</a:t>
            </a:r>
            <a:endParaRPr lang="en-US" altLang="zh-CN" sz="1300">
              <a:latin typeface="Arial" panose="020B0604020202020204" pitchFamily="34" charset="0"/>
              <a:ea typeface="思源黑体 CN Regular" panose="020B0500000000000000" charset="-122"/>
              <a:cs typeface="Arial" panose="020B0604020202020204" pitchFamily="34" charset="0"/>
            </a:endParaRPr>
          </a:p>
        </p:txBody>
      </p:sp>
      <p:cxnSp>
        <p:nvCxnSpPr>
          <p:cNvPr id="6" name="直接箭头连接符 5"/>
          <p:cNvCxnSpPr/>
          <p:nvPr/>
        </p:nvCxnSpPr>
        <p:spPr>
          <a:xfrm>
            <a:off x="6842760" y="3011805"/>
            <a:ext cx="0" cy="711200"/>
          </a:xfrm>
          <a:prstGeom prst="straightConnector1">
            <a:avLst/>
          </a:prstGeom>
          <a:ln>
            <a:solidFill>
              <a:srgbClr val="CCCCCC"/>
            </a:solidFill>
            <a:headEnd type="triangle"/>
            <a:tailEnd type="triangle"/>
          </a:ln>
        </p:spPr>
        <p:style>
          <a:lnRef idx="2">
            <a:schemeClr val="accent1"/>
          </a:lnRef>
          <a:fillRef idx="0">
            <a:srgbClr val="FFFFFF"/>
          </a:fillRef>
          <a:effectRef idx="0">
            <a:srgbClr val="FFFFFF"/>
          </a:effectRef>
          <a:fontRef idx="minor">
            <a:schemeClr val="tx1"/>
          </a:fontRef>
        </p:style>
      </p:cxnSp>
      <p:cxnSp>
        <p:nvCxnSpPr>
          <p:cNvPr id="10" name="直接箭头连接符 9"/>
          <p:cNvCxnSpPr/>
          <p:nvPr/>
        </p:nvCxnSpPr>
        <p:spPr>
          <a:xfrm>
            <a:off x="5783580" y="3011805"/>
            <a:ext cx="0" cy="711200"/>
          </a:xfrm>
          <a:prstGeom prst="straightConnector1">
            <a:avLst/>
          </a:prstGeom>
          <a:ln>
            <a:solidFill>
              <a:srgbClr val="CCCCCC"/>
            </a:solidFill>
            <a:headEnd type="triangle"/>
            <a:tailEnd type="triangle"/>
          </a:ln>
        </p:spPr>
        <p:style>
          <a:lnRef idx="2">
            <a:schemeClr val="accent1"/>
          </a:lnRef>
          <a:fillRef idx="0">
            <a:srgbClr val="FFFFFF"/>
          </a:fillRef>
          <a:effectRef idx="0">
            <a:srgbClr val="FFFFFF"/>
          </a:effectRef>
          <a:fontRef idx="minor">
            <a:schemeClr val="tx1"/>
          </a:fontRef>
        </p:style>
      </p:cxnSp>
      <p:cxnSp>
        <p:nvCxnSpPr>
          <p:cNvPr id="15" name="直接箭头连接符 14"/>
          <p:cNvCxnSpPr/>
          <p:nvPr/>
        </p:nvCxnSpPr>
        <p:spPr>
          <a:xfrm>
            <a:off x="7901940" y="3011805"/>
            <a:ext cx="0" cy="711200"/>
          </a:xfrm>
          <a:prstGeom prst="straightConnector1">
            <a:avLst/>
          </a:prstGeom>
          <a:ln>
            <a:solidFill>
              <a:srgbClr val="CCCCCC"/>
            </a:solidFill>
            <a:headEnd type="triangle"/>
            <a:tailEnd type="triangle"/>
          </a:ln>
        </p:spPr>
        <p:style>
          <a:lnRef idx="2">
            <a:schemeClr val="accent1"/>
          </a:lnRef>
          <a:fillRef idx="0">
            <a:srgbClr val="FFFFFF"/>
          </a:fillRef>
          <a:effectRef idx="0">
            <a:srgbClr val="FFFFFF"/>
          </a:effectRef>
          <a:fontRef idx="minor">
            <a:schemeClr val="tx1"/>
          </a:fontRef>
        </p:style>
      </p:cxnSp>
      <p:sp>
        <p:nvSpPr>
          <p:cNvPr id="26" name="矩形 25"/>
          <p:cNvSpPr/>
          <p:nvPr/>
        </p:nvSpPr>
        <p:spPr>
          <a:xfrm>
            <a:off x="2433955" y="4625975"/>
            <a:ext cx="8999855" cy="571500"/>
          </a:xfrm>
          <a:prstGeom prst="rect">
            <a:avLst/>
          </a:prstGeom>
          <a:solidFill>
            <a:schemeClr val="bg1"/>
          </a:solidFill>
          <a:ln>
            <a:solidFill>
              <a:srgbClr val="CCCCCC"/>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矩形 17"/>
          <p:cNvSpPr/>
          <p:nvPr/>
        </p:nvSpPr>
        <p:spPr>
          <a:xfrm>
            <a:off x="2433955" y="4625975"/>
            <a:ext cx="2250440" cy="571500"/>
          </a:xfrm>
          <a:prstGeom prst="rect">
            <a:avLst/>
          </a:prstGeom>
          <a:solidFill>
            <a:srgbClr val="0FAF9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矩形 18"/>
          <p:cNvSpPr/>
          <p:nvPr/>
        </p:nvSpPr>
        <p:spPr>
          <a:xfrm>
            <a:off x="4684395" y="4625975"/>
            <a:ext cx="900000" cy="571500"/>
          </a:xfrm>
          <a:prstGeom prst="rect">
            <a:avLst/>
          </a:prstGeom>
          <a:solidFill>
            <a:srgbClr val="FF841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矩形 19"/>
          <p:cNvSpPr/>
          <p:nvPr/>
        </p:nvSpPr>
        <p:spPr>
          <a:xfrm>
            <a:off x="11042015" y="4625975"/>
            <a:ext cx="392430" cy="571500"/>
          </a:xfrm>
          <a:prstGeom prst="rect">
            <a:avLst/>
          </a:prstGeom>
          <a:solidFill>
            <a:srgbClr val="33333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矩形 20"/>
          <p:cNvSpPr/>
          <p:nvPr/>
        </p:nvSpPr>
        <p:spPr>
          <a:xfrm>
            <a:off x="10653395" y="4625975"/>
            <a:ext cx="392430" cy="571500"/>
          </a:xfrm>
          <a:prstGeom prst="rect">
            <a:avLst/>
          </a:prstGeom>
          <a:solidFill>
            <a:srgbClr val="66666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矩形 28"/>
          <p:cNvSpPr/>
          <p:nvPr/>
        </p:nvSpPr>
        <p:spPr>
          <a:xfrm>
            <a:off x="10266680" y="4625975"/>
            <a:ext cx="387985" cy="571500"/>
          </a:xfrm>
          <a:prstGeom prst="rect">
            <a:avLst/>
          </a:prstGeom>
          <a:solidFill>
            <a:srgbClr val="99999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矩形 41"/>
          <p:cNvSpPr/>
          <p:nvPr/>
        </p:nvSpPr>
        <p:spPr>
          <a:xfrm>
            <a:off x="10086975" y="4625975"/>
            <a:ext cx="180000" cy="571500"/>
          </a:xfrm>
          <a:prstGeom prst="rect">
            <a:avLst/>
          </a:prstGeom>
          <a:solidFill>
            <a:srgbClr val="5BBDE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1" name="文本框 50"/>
          <p:cNvSpPr txBox="1"/>
          <p:nvPr>
            <p:custDataLst>
              <p:tags r:id="rId17"/>
            </p:custDataLst>
          </p:nvPr>
        </p:nvSpPr>
        <p:spPr>
          <a:xfrm>
            <a:off x="2825115" y="5223510"/>
            <a:ext cx="1468120" cy="491490"/>
          </a:xfrm>
          <a:prstGeom prst="rect">
            <a:avLst/>
          </a:prstGeom>
          <a:noFill/>
        </p:spPr>
        <p:txBody>
          <a:bodyPr wrap="square" rtlCol="0">
            <a:spAutoFit/>
          </a:bodyPr>
          <a:p>
            <a:pPr algn="ctr"/>
            <a:r>
              <a:rPr lang="en-US" altLang="zh-CN" sz="1300">
                <a:latin typeface="Arial" panose="020B0604020202020204" pitchFamily="34" charset="0"/>
                <a:ea typeface="思源黑体 CN Regular" panose="020B0500000000000000" charset="-122"/>
                <a:cs typeface="Arial" panose="020B0604020202020204" pitchFamily="34" charset="0"/>
              </a:rPr>
              <a:t>25%</a:t>
            </a:r>
            <a:endParaRPr lang="en-US" altLang="zh-CN" sz="1300">
              <a:latin typeface="Arial" panose="020B0604020202020204" pitchFamily="34" charset="0"/>
              <a:ea typeface="思源黑体 CN Regular" panose="020B0500000000000000" charset="-122"/>
              <a:cs typeface="Arial" panose="020B0604020202020204" pitchFamily="34" charset="0"/>
            </a:endParaRPr>
          </a:p>
          <a:p>
            <a:pPr algn="ctr"/>
            <a:r>
              <a:rPr lang="zh-CN" altLang="en-US" sz="1300">
                <a:latin typeface="思源黑体 CN Regular" panose="020B0500000000000000" charset="-122"/>
                <a:ea typeface="思源黑体 CN Regular" panose="020B0500000000000000" charset="-122"/>
              </a:rPr>
              <a:t>绿色包括渐变</a:t>
            </a:r>
            <a:endParaRPr lang="zh-CN" altLang="en-US" sz="1300">
              <a:latin typeface="思源黑体 CN Regular" panose="020B0500000000000000" charset="-122"/>
              <a:ea typeface="思源黑体 CN Regular" panose="020B0500000000000000" charset="-122"/>
            </a:endParaRPr>
          </a:p>
        </p:txBody>
      </p:sp>
      <p:sp>
        <p:nvSpPr>
          <p:cNvPr id="52" name="文本框 51"/>
          <p:cNvSpPr txBox="1"/>
          <p:nvPr>
            <p:custDataLst>
              <p:tags r:id="rId18"/>
            </p:custDataLst>
          </p:nvPr>
        </p:nvSpPr>
        <p:spPr>
          <a:xfrm>
            <a:off x="4502785" y="5223510"/>
            <a:ext cx="1308735" cy="491490"/>
          </a:xfrm>
          <a:prstGeom prst="rect">
            <a:avLst/>
          </a:prstGeom>
          <a:noFill/>
        </p:spPr>
        <p:txBody>
          <a:bodyPr wrap="square" rtlCol="0">
            <a:spAutoFit/>
          </a:bodyPr>
          <a:p>
            <a:pPr algn="ctr"/>
            <a:r>
              <a:rPr lang="en-US" altLang="zh-CN" sz="1300">
                <a:latin typeface="Arial" panose="020B0604020202020204" pitchFamily="34" charset="0"/>
                <a:ea typeface="思源黑体 CN Regular" panose="020B0500000000000000" charset="-122"/>
                <a:cs typeface="Arial" panose="020B0604020202020204" pitchFamily="34" charset="0"/>
              </a:rPr>
              <a:t>10%</a:t>
            </a:r>
            <a:endParaRPr lang="en-US" altLang="zh-CN" sz="1300">
              <a:latin typeface="Arial" panose="020B0604020202020204" pitchFamily="34" charset="0"/>
              <a:ea typeface="思源黑体 CN Regular" panose="020B0500000000000000" charset="-122"/>
              <a:cs typeface="Arial" panose="020B0604020202020204" pitchFamily="34" charset="0"/>
            </a:endParaRPr>
          </a:p>
          <a:p>
            <a:pPr algn="ctr"/>
            <a:r>
              <a:rPr lang="zh-CN" altLang="en-US" sz="1300">
                <a:latin typeface="思源黑体 CN Regular" panose="020B0500000000000000" charset="-122"/>
                <a:ea typeface="思源黑体 CN Regular" panose="020B0500000000000000" charset="-122"/>
              </a:rPr>
              <a:t>橙色包括渐变</a:t>
            </a:r>
            <a:endParaRPr lang="zh-CN" altLang="en-US" sz="1300">
              <a:latin typeface="思源黑体 CN Regular" panose="020B0500000000000000" charset="-122"/>
              <a:ea typeface="思源黑体 CN Regular" panose="020B0500000000000000" charset="-122"/>
            </a:endParaRPr>
          </a:p>
        </p:txBody>
      </p:sp>
      <p:sp>
        <p:nvSpPr>
          <p:cNvPr id="61" name="文本框 60"/>
          <p:cNvSpPr txBox="1"/>
          <p:nvPr>
            <p:custDataLst>
              <p:tags r:id="rId19"/>
            </p:custDataLst>
          </p:nvPr>
        </p:nvSpPr>
        <p:spPr>
          <a:xfrm>
            <a:off x="7102475" y="5223510"/>
            <a:ext cx="1468120" cy="491490"/>
          </a:xfrm>
          <a:prstGeom prst="rect">
            <a:avLst/>
          </a:prstGeom>
          <a:noFill/>
        </p:spPr>
        <p:txBody>
          <a:bodyPr wrap="square" rtlCol="0">
            <a:spAutoFit/>
          </a:bodyPr>
          <a:p>
            <a:pPr algn="ctr"/>
            <a:r>
              <a:rPr lang="en-US" altLang="zh-CN" sz="1300">
                <a:latin typeface="Arial" panose="020B0604020202020204" pitchFamily="34" charset="0"/>
                <a:ea typeface="思源黑体 CN Regular" panose="020B0500000000000000" charset="-122"/>
                <a:cs typeface="Arial" panose="020B0604020202020204" pitchFamily="34" charset="0"/>
              </a:rPr>
              <a:t>50%</a:t>
            </a:r>
            <a:endParaRPr lang="en-US" altLang="zh-CN" sz="1300">
              <a:latin typeface="Arial" panose="020B0604020202020204" pitchFamily="34" charset="0"/>
              <a:ea typeface="思源黑体 CN Regular" panose="020B0500000000000000" charset="-122"/>
              <a:cs typeface="Arial" panose="020B0604020202020204" pitchFamily="34" charset="0"/>
            </a:endParaRPr>
          </a:p>
          <a:p>
            <a:pPr algn="ctr"/>
            <a:r>
              <a:rPr lang="zh-CN" altLang="en-US" sz="1300">
                <a:latin typeface="思源黑体 CN Regular" panose="020B0500000000000000" charset="-122"/>
                <a:ea typeface="思源黑体 CN Regular" panose="020B0500000000000000" charset="-122"/>
              </a:rPr>
              <a:t>白色及浅灰</a:t>
            </a:r>
            <a:endParaRPr lang="zh-CN" altLang="en-US" sz="1300">
              <a:latin typeface="思源黑体 CN Regular" panose="020B0500000000000000" charset="-122"/>
              <a:ea typeface="思源黑体 CN Regular" panose="020B0500000000000000" charset="-122"/>
            </a:endParaRPr>
          </a:p>
        </p:txBody>
      </p:sp>
      <p:sp>
        <p:nvSpPr>
          <p:cNvPr id="64" name="文本框 63"/>
          <p:cNvSpPr txBox="1"/>
          <p:nvPr>
            <p:custDataLst>
              <p:tags r:id="rId20"/>
            </p:custDataLst>
          </p:nvPr>
        </p:nvSpPr>
        <p:spPr>
          <a:xfrm>
            <a:off x="10189845" y="5223510"/>
            <a:ext cx="1139825" cy="491490"/>
          </a:xfrm>
          <a:prstGeom prst="rect">
            <a:avLst/>
          </a:prstGeom>
          <a:noFill/>
        </p:spPr>
        <p:txBody>
          <a:bodyPr wrap="square" rtlCol="0">
            <a:spAutoFit/>
          </a:bodyPr>
          <a:p>
            <a:pPr algn="ctr"/>
            <a:r>
              <a:rPr lang="en-US" altLang="zh-CN" sz="1300">
                <a:latin typeface="Arial" panose="020B0604020202020204" pitchFamily="34" charset="0"/>
                <a:ea typeface="思源黑体 CN Regular" panose="020B0500000000000000" charset="-122"/>
                <a:cs typeface="Arial" panose="020B0604020202020204" pitchFamily="34" charset="0"/>
              </a:rPr>
              <a:t>15%</a:t>
            </a:r>
            <a:endParaRPr lang="en-US" altLang="zh-CN" sz="1300">
              <a:latin typeface="Arial" panose="020B0604020202020204" pitchFamily="34" charset="0"/>
              <a:ea typeface="思源黑体 CN Regular" panose="020B0500000000000000" charset="-122"/>
              <a:cs typeface="Arial" panose="020B0604020202020204" pitchFamily="34" charset="0"/>
            </a:endParaRPr>
          </a:p>
          <a:p>
            <a:pPr algn="ctr"/>
            <a:r>
              <a:rPr lang="zh-CN" altLang="en-US" sz="1300">
                <a:latin typeface="思源黑体 CN Regular" panose="020B0500000000000000" charset="-122"/>
                <a:ea typeface="思源黑体 CN Regular" panose="020B0500000000000000" charset="-122"/>
              </a:rPr>
              <a:t>辅助色系</a:t>
            </a:r>
            <a:endParaRPr lang="zh-CN" altLang="en-US" sz="1300">
              <a:latin typeface="思源黑体 CN Regular" panose="020B0500000000000000" charset="-122"/>
              <a:ea typeface="思源黑体 CN Regular" panose="020B0500000000000000" charset="-122"/>
            </a:endParaRPr>
          </a:p>
        </p:txBody>
      </p:sp>
      <p:sp>
        <p:nvSpPr>
          <p:cNvPr id="2" name="文本框 1"/>
          <p:cNvSpPr txBox="1"/>
          <p:nvPr>
            <p:custDataLst>
              <p:tags r:id="rId21"/>
            </p:custDataLst>
          </p:nvPr>
        </p:nvSpPr>
        <p:spPr>
          <a:xfrm>
            <a:off x="782955" y="6035040"/>
            <a:ext cx="9101455" cy="275590"/>
          </a:xfrm>
          <a:prstGeom prst="rect">
            <a:avLst/>
          </a:prstGeom>
          <a:noFill/>
        </p:spPr>
        <p:txBody>
          <a:bodyPr wrap="square" rtlCol="0">
            <a:spAutoFit/>
          </a:bodyPr>
          <a:p>
            <a:pPr algn="l"/>
            <a:r>
              <a:rPr lang="en-US" sz="1200">
                <a:solidFill>
                  <a:srgbClr val="999999"/>
                </a:solidFill>
                <a:latin typeface="思源黑体 CN Regular" panose="020B0500000000000000" charset="-122"/>
                <a:ea typeface="思源黑体 CN Regular" panose="020B0500000000000000" charset="-122"/>
              </a:rPr>
              <a:t>* PS</a:t>
            </a:r>
            <a:r>
              <a:rPr lang="zh-CN" altLang="en-US" sz="1200">
                <a:solidFill>
                  <a:srgbClr val="999999"/>
                </a:solidFill>
                <a:latin typeface="思源黑体 CN Regular" panose="020B0500000000000000" charset="-122"/>
                <a:ea typeface="思源黑体 CN Regular" panose="020B0500000000000000" charset="-122"/>
              </a:rPr>
              <a:t>：图片的自然颜色（如宇宙的蓝色、自然的绿色）不受品牌色和辅助色的限制，不得改变自然物的颜色。</a:t>
            </a:r>
            <a:endParaRPr lang="zh-CN" altLang="en-US" sz="1200">
              <a:solidFill>
                <a:srgbClr val="999999"/>
              </a:solidFill>
              <a:latin typeface="思源黑体 CN Regular" panose="020B0500000000000000" charset="-122"/>
              <a:ea typeface="思源黑体 CN Regular" panose="020B05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jimeng-2026-04-28-2348-变成高清的，样式不变"/>
          <p:cNvPicPr>
            <a:picLocks noChangeAspect="1"/>
          </p:cNvPicPr>
          <p:nvPr/>
        </p:nvPicPr>
        <p:blipFill>
          <a:blip r:embed="rId1"/>
          <a:stretch>
            <a:fillRect/>
          </a:stretch>
        </p:blipFill>
        <p:spPr>
          <a:xfrm>
            <a:off x="-1905" y="-26670"/>
            <a:ext cx="12193905" cy="6884670"/>
          </a:xfrm>
          <a:prstGeom prst="rect">
            <a:avLst/>
          </a:prstGeom>
        </p:spPr>
      </p:pic>
      <p:sp>
        <p:nvSpPr>
          <p:cNvPr id="4" name="圆角矩形 3"/>
          <p:cNvSpPr/>
          <p:nvPr/>
        </p:nvSpPr>
        <p:spPr>
          <a:xfrm>
            <a:off x="10472420" y="6370320"/>
            <a:ext cx="1716405" cy="222250"/>
          </a:xfrm>
          <a:prstGeom prst="roundRect">
            <a:avLst/>
          </a:prstGeom>
          <a:solidFill>
            <a:srgbClr val="09A3A0">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PA_文本框 13"/>
          <p:cNvSpPr txBox="1"/>
          <p:nvPr userDrawn="1">
            <p:custDataLst>
              <p:tags r:id="rId2"/>
            </p:custDataLst>
          </p:nvPr>
        </p:nvSpPr>
        <p:spPr>
          <a:xfrm>
            <a:off x="9692640" y="6392863"/>
            <a:ext cx="2101215" cy="168910"/>
          </a:xfrm>
          <a:prstGeom prst="rect">
            <a:avLst/>
          </a:prstGeom>
          <a:noFill/>
          <a:ln w="9525">
            <a:noFill/>
          </a:ln>
        </p:spPr>
        <p:txBody>
          <a:bodyPr wrap="square" lIns="0" tIns="0" rIns="0" bIns="0" anchor="ctr" anchorCtr="0">
            <a:spAutoFit/>
          </a:bodyPr>
          <a:p>
            <a:pPr algn="r">
              <a:lnSpc>
                <a:spcPct val="110000"/>
              </a:lnSpc>
            </a:pPr>
            <a:r>
              <a:rPr lang="en-US" sz="1000" dirty="0">
                <a:solidFill>
                  <a:schemeClr val="bg1"/>
                </a:solidFill>
                <a:latin typeface="Arial" panose="020B0604020202020204" pitchFamily="34" charset="0"/>
                <a:ea typeface="思源黑体 CN Regular" panose="020B0500000000000000" charset="-122"/>
                <a:cs typeface="Arial" panose="020B0604020202020204" pitchFamily="34" charset="0"/>
                <a:sym typeface="思源黑体 CN Regular" panose="020B0500000000000000" charset="-122"/>
              </a:rPr>
              <a:t>www.megmeet.com</a:t>
            </a:r>
            <a:endParaRPr lang="en-US" sz="1000" dirty="0">
              <a:solidFill>
                <a:schemeClr val="bg1"/>
              </a:solidFill>
              <a:latin typeface="Arial" panose="020B0604020202020204" pitchFamily="34" charset="0"/>
              <a:ea typeface="思源黑体 CN Regular" panose="020B0500000000000000" charset="-122"/>
              <a:cs typeface="Arial" panose="020B0604020202020204" pitchFamily="34" charset="0"/>
              <a:sym typeface="思源黑体 CN Regular" panose="020B0500000000000000" charset="-122"/>
            </a:endParaRPr>
          </a:p>
        </p:txBody>
      </p:sp>
      <p:sp>
        <p:nvSpPr>
          <p:cNvPr id="3" name="文本框 2"/>
          <p:cNvSpPr txBox="1"/>
          <p:nvPr/>
        </p:nvSpPr>
        <p:spPr>
          <a:xfrm>
            <a:off x="5134610" y="357505"/>
            <a:ext cx="6659245" cy="297180"/>
          </a:xfrm>
          <a:prstGeom prst="rect">
            <a:avLst/>
          </a:prstGeom>
          <a:noFill/>
        </p:spPr>
        <p:txBody>
          <a:bodyPr wrap="square" tIns="71755" bIns="71755" rtlCol="0" anchor="t">
            <a:spAutoFit/>
          </a:bodyPr>
          <a:p>
            <a:pPr algn="r" fontAlgn="base"/>
            <a:r>
              <a:rPr lang="en-US" altLang="zh-CN" sz="100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rPr>
              <a:t>电源</a:t>
            </a:r>
            <a:r>
              <a:rPr lang="zh-CN" altLang="en-US" sz="100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rPr>
              <a:t>产品</a:t>
            </a:r>
            <a:r>
              <a:rPr lang="en-US" altLang="zh-CN" sz="100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rPr>
              <a:t>   |   新能源交通   |   工业自动化   |   </a:t>
            </a:r>
            <a:r>
              <a:rPr lang="zh-CN" altLang="en-US" sz="100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rPr>
              <a:t>智慧生活</a:t>
            </a:r>
            <a:r>
              <a:rPr lang="en-US" altLang="zh-CN" sz="100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rPr>
              <a:t>   |  智能</a:t>
            </a:r>
            <a:r>
              <a:rPr lang="zh-CN" altLang="en-US" sz="100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rPr>
              <a:t>装备</a:t>
            </a:r>
            <a:r>
              <a:rPr lang="en-US" altLang="zh-CN" sz="100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rPr>
              <a:t>   |    </a:t>
            </a:r>
            <a:r>
              <a:rPr lang="zh-CN" altLang="en-US" sz="100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rPr>
              <a:t>磁电精造</a:t>
            </a:r>
            <a:endParaRPr lang="zh-CN" altLang="en-US" sz="100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sp>
        <p:nvSpPr>
          <p:cNvPr id="9" name="PA_文本框 13"/>
          <p:cNvSpPr txBox="1"/>
          <p:nvPr userDrawn="1">
            <p:custDataLst>
              <p:tags r:id="rId3"/>
            </p:custDataLst>
          </p:nvPr>
        </p:nvSpPr>
        <p:spPr>
          <a:xfrm>
            <a:off x="912495" y="3264535"/>
            <a:ext cx="5205095" cy="338455"/>
          </a:xfrm>
          <a:prstGeom prst="rect">
            <a:avLst/>
          </a:prstGeom>
          <a:noFill/>
          <a:ln w="9525">
            <a:noFill/>
          </a:ln>
        </p:spPr>
        <p:txBody>
          <a:bodyPr wrap="square" lIns="0" tIns="0" rIns="0" bIns="0" anchor="ctr" anchorCtr="0">
            <a:spAutoFit/>
          </a:bodyPr>
          <a:p>
            <a:pPr algn="l">
              <a:lnSpc>
                <a:spcPct val="110000"/>
              </a:lnSpc>
            </a:pPr>
            <a:r>
              <a:rPr lang="zh-CN" sz="20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领先</a:t>
            </a:r>
            <a:r>
              <a:rPr lang="en-US" altLang="zh-CN" sz="20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 </a:t>
            </a:r>
            <a:r>
              <a:rPr lang="zh-CN" altLang="en-US" sz="20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开放</a:t>
            </a:r>
            <a:r>
              <a:rPr lang="en-US" altLang="zh-CN" sz="20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 </a:t>
            </a:r>
            <a:r>
              <a:rPr lang="zh-CN" altLang="en-US" sz="20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合作</a:t>
            </a:r>
            <a:r>
              <a:rPr lang="en-US" altLang="zh-CN" sz="20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 </a:t>
            </a:r>
            <a:r>
              <a:rPr lang="zh-CN" altLang="en-US" sz="20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创新</a:t>
            </a:r>
            <a:endParaRPr lang="zh-CN" altLang="en-US" sz="20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endParaRPr>
          </a:p>
        </p:txBody>
      </p:sp>
      <p:sp>
        <p:nvSpPr>
          <p:cNvPr id="10" name="PA_文本框 13"/>
          <p:cNvSpPr txBox="1"/>
          <p:nvPr userDrawn="1">
            <p:custDataLst>
              <p:tags r:id="rId4"/>
            </p:custDataLst>
          </p:nvPr>
        </p:nvSpPr>
        <p:spPr>
          <a:xfrm>
            <a:off x="912495" y="3593465"/>
            <a:ext cx="4478020" cy="270510"/>
          </a:xfrm>
          <a:prstGeom prst="rect">
            <a:avLst/>
          </a:prstGeom>
          <a:noFill/>
          <a:ln w="9525">
            <a:noFill/>
          </a:ln>
        </p:spPr>
        <p:txBody>
          <a:bodyPr wrap="square" lIns="0" tIns="0" rIns="0" bIns="0" anchor="ctr" anchorCtr="0">
            <a:spAutoFit/>
          </a:bodyPr>
          <a:p>
            <a:pPr algn="l">
              <a:lnSpc>
                <a:spcPct val="110000"/>
              </a:lnSpc>
            </a:pPr>
            <a:r>
              <a:rPr lang="en-US" sz="1600" dirty="0">
                <a:solidFill>
                  <a:schemeClr val="bg1"/>
                </a:solidFill>
                <a:uFillTx/>
                <a:latin typeface="Arial" panose="020B0604020202020204" pitchFamily="34" charset="0"/>
                <a:ea typeface="思源黑体 CN Regular" panose="020B0500000000000000" charset="-122"/>
                <a:cs typeface="Arial" panose="020B0604020202020204" pitchFamily="34" charset="0"/>
                <a:sym typeface="思源黑体 CN Regular" panose="020B0500000000000000" charset="-122"/>
              </a:rPr>
              <a:t>Megmeet everywhere</a:t>
            </a:r>
            <a:endParaRPr lang="en-US" sz="1600" dirty="0">
              <a:solidFill>
                <a:schemeClr val="bg1"/>
              </a:solidFill>
              <a:uFillTx/>
              <a:latin typeface="Arial" panose="020B0604020202020204" pitchFamily="34" charset="0"/>
              <a:ea typeface="思源黑体 CN Regular" panose="020B0500000000000000" charset="-122"/>
              <a:cs typeface="Arial" panose="020B0604020202020204" pitchFamily="34" charset="0"/>
              <a:sym typeface="思源黑体 CN Regular" panose="020B0500000000000000" charset="-122"/>
            </a:endParaRPr>
          </a:p>
        </p:txBody>
      </p:sp>
      <p:sp>
        <p:nvSpPr>
          <p:cNvPr id="11" name="PA_文本框 13"/>
          <p:cNvSpPr txBox="1"/>
          <p:nvPr userDrawn="1">
            <p:custDataLst>
              <p:tags r:id="rId5"/>
            </p:custDataLst>
          </p:nvPr>
        </p:nvSpPr>
        <p:spPr>
          <a:xfrm>
            <a:off x="912495" y="1806893"/>
            <a:ext cx="6690995" cy="981710"/>
          </a:xfrm>
          <a:prstGeom prst="rect">
            <a:avLst/>
          </a:prstGeom>
          <a:noFill/>
          <a:ln w="9525">
            <a:noFill/>
          </a:ln>
        </p:spPr>
        <p:txBody>
          <a:bodyPr wrap="square" lIns="0" tIns="0" rIns="0" bIns="0" anchor="ctr" anchorCtr="0">
            <a:spAutoFit/>
          </a:bodyPr>
          <a:p>
            <a:pPr algn="l">
              <a:lnSpc>
                <a:spcPct val="110000"/>
              </a:lnSpc>
            </a:pPr>
            <a:r>
              <a:rPr lang="zh-CN" altLang="en-US" sz="5800" dirty="0">
                <a:solidFill>
                  <a:schemeClr val="bg1"/>
                </a:solidFill>
                <a:effectLst>
                  <a:outerShdw blurRad="241300" algn="ctr" rotWithShape="0">
                    <a:srgbClr val="006DA6">
                      <a:alpha val="35000"/>
                    </a:srgbClr>
                  </a:outerShdw>
                </a:effectLst>
                <a:latin typeface="思源黑体 CN Bold" panose="020B0800000000000000" charset="-122"/>
                <a:ea typeface="思源黑体 CN Bold" panose="020B0800000000000000" charset="-122"/>
                <a:sym typeface="思源黑体 CN Regular" panose="020B0500000000000000" charset="-122"/>
              </a:rPr>
              <a:t>麦米电气公司介绍</a:t>
            </a:r>
            <a:endParaRPr lang="zh-CN" altLang="en-US" sz="5800" dirty="0">
              <a:solidFill>
                <a:schemeClr val="bg1"/>
              </a:solidFill>
              <a:effectLst>
                <a:outerShdw blurRad="241300" algn="ctr" rotWithShape="0">
                  <a:srgbClr val="006DA6">
                    <a:alpha val="35000"/>
                  </a:srgbClr>
                </a:outerShdw>
              </a:effectLst>
              <a:latin typeface="思源黑体 CN Bold" panose="020B0800000000000000" charset="-122"/>
              <a:ea typeface="思源黑体 CN Bold" panose="020B0800000000000000" charset="-122"/>
              <a:sym typeface="思源黑体 CN Regular" panose="020B0500000000000000" charset="-122"/>
            </a:endParaRPr>
          </a:p>
        </p:txBody>
      </p:sp>
      <p:sp>
        <p:nvSpPr>
          <p:cNvPr id="7" name="PA_文本框 13"/>
          <p:cNvSpPr txBox="1"/>
          <p:nvPr userDrawn="1">
            <p:custDataLst>
              <p:tags r:id="rId6"/>
            </p:custDataLst>
          </p:nvPr>
        </p:nvSpPr>
        <p:spPr>
          <a:xfrm>
            <a:off x="912495" y="4090670"/>
            <a:ext cx="3508375" cy="236220"/>
          </a:xfrm>
          <a:prstGeom prst="rect">
            <a:avLst/>
          </a:prstGeom>
          <a:noFill/>
          <a:ln w="9525">
            <a:noFill/>
          </a:ln>
        </p:spPr>
        <p:txBody>
          <a:bodyPr wrap="square" lIns="0" tIns="0" rIns="0" bIns="0" anchor="ctr" anchorCtr="0">
            <a:spAutoFit/>
          </a:bodyPr>
          <a:p>
            <a:pPr algn="l">
              <a:lnSpc>
                <a:spcPct val="110000"/>
              </a:lnSpc>
            </a:pPr>
            <a:r>
              <a:rPr lang="en-US" sz="1400" dirty="0">
                <a:solidFill>
                  <a:schemeClr val="bg1"/>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2026  </a:t>
            </a:r>
            <a:r>
              <a:rPr lang="zh-CN" altLang="en-US" sz="1400" dirty="0">
                <a:solidFill>
                  <a:schemeClr val="bg1"/>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深圳</a:t>
            </a:r>
            <a:endParaRPr lang="zh-CN" altLang="en-US" sz="1400" dirty="0">
              <a:solidFill>
                <a:schemeClr val="bg1"/>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endParaRPr>
          </a:p>
        </p:txBody>
      </p:sp>
      <p:pic>
        <p:nvPicPr>
          <p:cNvPr id="2" name="图片 1" descr="白色"/>
          <p:cNvPicPr>
            <a:picLocks noChangeAspect="1"/>
          </p:cNvPicPr>
          <p:nvPr/>
        </p:nvPicPr>
        <p:blipFill>
          <a:blip r:embed="rId7"/>
          <a:stretch>
            <a:fillRect/>
          </a:stretch>
        </p:blipFill>
        <p:spPr>
          <a:xfrm>
            <a:off x="543125" y="358250"/>
            <a:ext cx="2074496" cy="43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图片2"/>
          <p:cNvPicPr>
            <a:picLocks noChangeAspect="1"/>
          </p:cNvPicPr>
          <p:nvPr/>
        </p:nvPicPr>
        <p:blipFill>
          <a:blip r:embed="rId1"/>
          <a:stretch>
            <a:fillRect/>
          </a:stretch>
        </p:blipFill>
        <p:spPr>
          <a:xfrm>
            <a:off x="635" y="0"/>
            <a:ext cx="12190730" cy="6858000"/>
          </a:xfrm>
          <a:prstGeom prst="rect">
            <a:avLst/>
          </a:prstGeom>
        </p:spPr>
      </p:pic>
      <p:sp>
        <p:nvSpPr>
          <p:cNvPr id="3" name="文本框 2"/>
          <p:cNvSpPr txBox="1"/>
          <p:nvPr/>
        </p:nvSpPr>
        <p:spPr>
          <a:xfrm>
            <a:off x="5134610" y="357505"/>
            <a:ext cx="6659245" cy="297180"/>
          </a:xfrm>
          <a:prstGeom prst="rect">
            <a:avLst/>
          </a:prstGeom>
          <a:noFill/>
        </p:spPr>
        <p:txBody>
          <a:bodyPr wrap="square" tIns="71755" bIns="71755" rtlCol="0" anchor="t">
            <a:spAutoFit/>
          </a:bodyPr>
          <a:p>
            <a:pPr lvl="0" algn="r" fontAlgn="base">
              <a:buClrTx/>
              <a:buSzTx/>
              <a:buFontTx/>
            </a:pPr>
            <a:r>
              <a:rPr lang="en-US" altLang="zh-CN" sz="1000">
                <a:solidFill>
                  <a:srgbClr val="333333"/>
                </a:solidFill>
                <a:effectLst/>
                <a:latin typeface="思源黑体 CN Regular" panose="020B0500000000000000" charset="-122"/>
                <a:ea typeface="思源黑体 CN Regular" panose="020B0500000000000000" charset="-122"/>
                <a:cs typeface="思源黑体 CN Regular" panose="020B0500000000000000" charset="-122"/>
                <a:sym typeface="+mn-ea"/>
              </a:rPr>
              <a:t>电源产品   |   新能源交通   |   工业自动化   |   智慧生活   |  智能装备   |    磁电精造</a:t>
            </a:r>
            <a:endParaRPr lang="en-US" altLang="zh-CN" sz="1000">
              <a:solidFill>
                <a:srgbClr val="333333"/>
              </a:solidFill>
              <a:effectLst/>
              <a:latin typeface="思源黑体 CN Regular" panose="020B0500000000000000" charset="-122"/>
              <a:ea typeface="思源黑体 CN Regular" panose="020B0500000000000000" charset="-122"/>
              <a:cs typeface="思源黑体 CN Regular" panose="020B0500000000000000" charset="-122"/>
              <a:sym typeface="+mn-ea"/>
            </a:endParaRPr>
          </a:p>
        </p:txBody>
      </p:sp>
      <p:sp>
        <p:nvSpPr>
          <p:cNvPr id="9" name="PA_文本框 13"/>
          <p:cNvSpPr txBox="1"/>
          <p:nvPr userDrawn="1">
            <p:custDataLst>
              <p:tags r:id="rId2"/>
            </p:custDataLst>
          </p:nvPr>
        </p:nvSpPr>
        <p:spPr>
          <a:xfrm>
            <a:off x="814070" y="3310573"/>
            <a:ext cx="6069965" cy="338455"/>
          </a:xfrm>
          <a:prstGeom prst="rect">
            <a:avLst/>
          </a:prstGeom>
          <a:noFill/>
          <a:ln w="9525">
            <a:noFill/>
          </a:ln>
        </p:spPr>
        <p:txBody>
          <a:bodyPr wrap="square" lIns="0" tIns="0" rIns="0" bIns="0" anchor="ctr" anchorCtr="0">
            <a:spAutoFit/>
          </a:bodyPr>
          <a:p>
            <a:pPr algn="l">
              <a:lnSpc>
                <a:spcPct val="110000"/>
              </a:lnSpc>
            </a:pPr>
            <a:r>
              <a:rPr lang="zh-CN" altLang="en-US" sz="2000" dirty="0">
                <a:solidFill>
                  <a:srgbClr val="33333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汇报单位：市场策划部</a:t>
            </a:r>
            <a:r>
              <a:rPr lang="en-US" altLang="zh-CN" sz="2000" dirty="0">
                <a:solidFill>
                  <a:srgbClr val="33333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a:t>
            </a:r>
            <a:r>
              <a:rPr lang="zh-CN" altLang="en-US" sz="2000" dirty="0">
                <a:solidFill>
                  <a:srgbClr val="33333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汇报人：</a:t>
            </a:r>
            <a:r>
              <a:rPr lang="en-US" altLang="zh-CN" sz="2000" dirty="0">
                <a:solidFill>
                  <a:srgbClr val="33333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XXX</a:t>
            </a:r>
            <a:endParaRPr lang="en-US" altLang="zh-CN" sz="2000" dirty="0">
              <a:solidFill>
                <a:srgbClr val="33333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endParaRPr>
          </a:p>
        </p:txBody>
      </p:sp>
      <p:sp>
        <p:nvSpPr>
          <p:cNvPr id="11" name="PA_文本框 13"/>
          <p:cNvSpPr txBox="1"/>
          <p:nvPr userDrawn="1">
            <p:custDataLst>
              <p:tags r:id="rId3"/>
            </p:custDataLst>
          </p:nvPr>
        </p:nvSpPr>
        <p:spPr>
          <a:xfrm>
            <a:off x="814070" y="1683068"/>
            <a:ext cx="6690995" cy="981710"/>
          </a:xfrm>
          <a:prstGeom prst="rect">
            <a:avLst/>
          </a:prstGeom>
          <a:noFill/>
          <a:ln w="9525">
            <a:noFill/>
          </a:ln>
        </p:spPr>
        <p:txBody>
          <a:bodyPr wrap="square" lIns="0" tIns="0" rIns="0" bIns="0" anchor="ctr" anchorCtr="0">
            <a:spAutoFit/>
          </a:bodyPr>
          <a:p>
            <a:pPr algn="l">
              <a:lnSpc>
                <a:spcPct val="110000"/>
              </a:lnSpc>
            </a:pPr>
            <a:r>
              <a:rPr lang="zh-CN" altLang="en-US" sz="5800" dirty="0">
                <a:solidFill>
                  <a:srgbClr val="333333"/>
                </a:solidFill>
                <a:effectLst/>
                <a:latin typeface="思源黑体 CN Bold" panose="020B0800000000000000" charset="-122"/>
                <a:ea typeface="思源黑体 CN Bold" panose="020B0800000000000000" charset="-122"/>
                <a:cs typeface="思源黑体 CN Bold" panose="020B0800000000000000" charset="-122"/>
                <a:sym typeface="思源黑体 CN Regular" panose="020B0500000000000000" charset="-122"/>
              </a:rPr>
              <a:t>单击此处添加标题</a:t>
            </a:r>
            <a:r>
              <a:rPr lang="en-US" altLang="zh-CN" sz="5800" dirty="0">
                <a:solidFill>
                  <a:srgbClr val="333333"/>
                </a:solidFill>
                <a:effectLst/>
                <a:latin typeface="思源黑体 CN Bold" panose="020B0800000000000000" charset="-122"/>
                <a:ea typeface="思源黑体 CN Bold" panose="020B0800000000000000" charset="-122"/>
                <a:cs typeface="思源黑体 CN Bold" panose="020B0800000000000000" charset="-122"/>
                <a:sym typeface="思源黑体 CN Regular" panose="020B0500000000000000" charset="-122"/>
              </a:rPr>
              <a:t> </a:t>
            </a:r>
            <a:endParaRPr lang="en-US" altLang="zh-CN" sz="5800" dirty="0">
              <a:solidFill>
                <a:srgbClr val="333333"/>
              </a:solidFill>
              <a:effectLst/>
              <a:latin typeface="思源黑体 CN Bold" panose="020B0800000000000000" charset="-122"/>
              <a:ea typeface="思源黑体 CN Bold" panose="020B0800000000000000" charset="-122"/>
              <a:cs typeface="思源黑体 CN Bold" panose="020B0800000000000000" charset="-122"/>
              <a:sym typeface="思源黑体 CN Regular" panose="020B0500000000000000" charset="-122"/>
            </a:endParaRPr>
          </a:p>
        </p:txBody>
      </p:sp>
      <p:sp>
        <p:nvSpPr>
          <p:cNvPr id="7" name="PA_文本框 13"/>
          <p:cNvSpPr txBox="1"/>
          <p:nvPr userDrawn="1">
            <p:custDataLst>
              <p:tags r:id="rId4"/>
            </p:custDataLst>
          </p:nvPr>
        </p:nvSpPr>
        <p:spPr>
          <a:xfrm>
            <a:off x="814070" y="3827780"/>
            <a:ext cx="3508375" cy="236220"/>
          </a:xfrm>
          <a:prstGeom prst="rect">
            <a:avLst/>
          </a:prstGeom>
          <a:noFill/>
          <a:ln w="9525">
            <a:noFill/>
          </a:ln>
        </p:spPr>
        <p:txBody>
          <a:bodyPr wrap="square" lIns="0" tIns="0" rIns="0" bIns="0" anchor="ctr" anchorCtr="0">
            <a:spAutoFit/>
          </a:bodyPr>
          <a:p>
            <a:pPr algn="l">
              <a:lnSpc>
                <a:spcPct val="110000"/>
              </a:lnSpc>
            </a:pPr>
            <a:r>
              <a:rPr lang="zh-CN" altLang="en-US" sz="1400" dirty="0">
                <a:solidFill>
                  <a:srgbClr val="333333"/>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汇报时间：</a:t>
            </a:r>
            <a:r>
              <a:rPr lang="en-US" sz="1400" dirty="0">
                <a:solidFill>
                  <a:srgbClr val="333333"/>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2026</a:t>
            </a:r>
            <a:r>
              <a:rPr lang="zh-CN" altLang="en-US" sz="1400" dirty="0">
                <a:solidFill>
                  <a:srgbClr val="333333"/>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年</a:t>
            </a:r>
            <a:r>
              <a:rPr lang="en-US" altLang="zh-CN" sz="1400" dirty="0">
                <a:solidFill>
                  <a:srgbClr val="333333"/>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XX</a:t>
            </a:r>
            <a:r>
              <a:rPr lang="zh-CN" altLang="en-US" sz="1400" dirty="0">
                <a:solidFill>
                  <a:srgbClr val="333333"/>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月</a:t>
            </a:r>
            <a:r>
              <a:rPr lang="en-US" altLang="zh-CN" sz="1400" dirty="0">
                <a:solidFill>
                  <a:srgbClr val="333333"/>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XX</a:t>
            </a:r>
            <a:r>
              <a:rPr lang="zh-CN" altLang="en-US" sz="1400" dirty="0">
                <a:solidFill>
                  <a:srgbClr val="333333"/>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日</a:t>
            </a:r>
            <a:endParaRPr lang="zh-CN" altLang="en-US" sz="1400" dirty="0">
              <a:solidFill>
                <a:srgbClr val="333333"/>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endParaRPr>
          </a:p>
        </p:txBody>
      </p:sp>
      <p:pic>
        <p:nvPicPr>
          <p:cNvPr id="2" name="图片 1" descr="图层 2"/>
          <p:cNvPicPr>
            <a:picLocks noChangeAspect="1"/>
          </p:cNvPicPr>
          <p:nvPr/>
        </p:nvPicPr>
        <p:blipFill>
          <a:blip r:embed="rId5"/>
          <a:stretch>
            <a:fillRect/>
          </a:stretch>
        </p:blipFill>
        <p:spPr>
          <a:xfrm>
            <a:off x="541732" y="426830"/>
            <a:ext cx="2077235" cy="432000"/>
          </a:xfrm>
          <a:prstGeom prst="rect">
            <a:avLst/>
          </a:prstGeom>
        </p:spPr>
      </p:pic>
      <p:sp>
        <p:nvSpPr>
          <p:cNvPr id="5" name="圆角矩形 4"/>
          <p:cNvSpPr/>
          <p:nvPr/>
        </p:nvSpPr>
        <p:spPr>
          <a:xfrm>
            <a:off x="10472420" y="6370320"/>
            <a:ext cx="1776095" cy="222250"/>
          </a:xfrm>
          <a:prstGeom prst="roundRect">
            <a:avLst/>
          </a:prstGeom>
          <a:solidFill>
            <a:srgbClr val="FF841E">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PA_文本框 13"/>
          <p:cNvSpPr txBox="1"/>
          <p:nvPr userDrawn="1">
            <p:custDataLst>
              <p:tags r:id="rId6"/>
            </p:custDataLst>
          </p:nvPr>
        </p:nvSpPr>
        <p:spPr>
          <a:xfrm>
            <a:off x="9692640" y="6382703"/>
            <a:ext cx="2101215" cy="168910"/>
          </a:xfrm>
          <a:prstGeom prst="rect">
            <a:avLst/>
          </a:prstGeom>
          <a:noFill/>
          <a:ln w="9525">
            <a:noFill/>
          </a:ln>
        </p:spPr>
        <p:txBody>
          <a:bodyPr wrap="square" lIns="0" tIns="0" rIns="0" bIns="0" anchor="ctr" anchorCtr="0">
            <a:spAutoFit/>
          </a:bodyPr>
          <a:p>
            <a:pPr algn="r">
              <a:lnSpc>
                <a:spcPct val="110000"/>
              </a:lnSpc>
            </a:pPr>
            <a:r>
              <a:rPr lang="en-US" sz="10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www.megmeet.com</a:t>
            </a:r>
            <a:endParaRPr lang="en-US" sz="10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descr="图片1"/>
          <p:cNvPicPr>
            <a:picLocks noChangeAspect="1"/>
          </p:cNvPicPr>
          <p:nvPr/>
        </p:nvPicPr>
        <p:blipFill>
          <a:blip r:embed="rId1"/>
          <a:stretch>
            <a:fillRect/>
          </a:stretch>
        </p:blipFill>
        <p:spPr>
          <a:xfrm>
            <a:off x="-635" y="0"/>
            <a:ext cx="12192000" cy="6858000"/>
          </a:xfrm>
          <a:prstGeom prst="rect">
            <a:avLst/>
          </a:prstGeom>
        </p:spPr>
      </p:pic>
      <p:sp>
        <p:nvSpPr>
          <p:cNvPr id="11" name="PA_文本框 13"/>
          <p:cNvSpPr txBox="1"/>
          <p:nvPr userDrawn="1">
            <p:custDataLst>
              <p:tags r:id="rId2"/>
            </p:custDataLst>
          </p:nvPr>
        </p:nvSpPr>
        <p:spPr>
          <a:xfrm>
            <a:off x="912495" y="1773873"/>
            <a:ext cx="6690995" cy="981710"/>
          </a:xfrm>
          <a:prstGeom prst="rect">
            <a:avLst/>
          </a:prstGeom>
          <a:noFill/>
          <a:ln w="9525">
            <a:noFill/>
          </a:ln>
        </p:spPr>
        <p:txBody>
          <a:bodyPr wrap="square" lIns="0" tIns="0" rIns="0" bIns="0" anchor="ctr" anchorCtr="0">
            <a:spAutoFit/>
          </a:bodyPr>
          <a:p>
            <a:pPr algn="l">
              <a:lnSpc>
                <a:spcPct val="110000"/>
              </a:lnSpc>
            </a:pPr>
            <a:r>
              <a:rPr lang="zh-CN" altLang="en-US" sz="5800" dirty="0">
                <a:solidFill>
                  <a:srgbClr val="333333"/>
                </a:solidFill>
                <a:effectLst/>
                <a:latin typeface="思源黑体 CN Bold" panose="020B0800000000000000" charset="-122"/>
                <a:ea typeface="思源黑体 CN Bold" panose="020B0800000000000000" charset="-122"/>
                <a:cs typeface="思源黑体 CN Bold" panose="020B0800000000000000" charset="-122"/>
                <a:sym typeface="思源黑体 CN Regular" panose="020B0500000000000000" charset="-122"/>
              </a:rPr>
              <a:t>单击此处添加标题</a:t>
            </a:r>
            <a:r>
              <a:rPr lang="en-US" altLang="zh-CN" sz="5800" dirty="0">
                <a:solidFill>
                  <a:srgbClr val="333333"/>
                </a:solidFill>
                <a:effectLst/>
                <a:latin typeface="思源黑体 CN Bold" panose="020B0800000000000000" charset="-122"/>
                <a:ea typeface="思源黑体 CN Bold" panose="020B0800000000000000" charset="-122"/>
                <a:cs typeface="思源黑体 CN Bold" panose="020B0800000000000000" charset="-122"/>
                <a:sym typeface="思源黑体 CN Regular" panose="020B0500000000000000" charset="-122"/>
              </a:rPr>
              <a:t> </a:t>
            </a:r>
            <a:endParaRPr lang="en-US" altLang="zh-CN" sz="5800" dirty="0">
              <a:solidFill>
                <a:srgbClr val="333333"/>
              </a:solidFill>
              <a:effectLst/>
              <a:latin typeface="思源黑体 CN Bold" panose="020B0800000000000000" charset="-122"/>
              <a:ea typeface="思源黑体 CN Bold" panose="020B0800000000000000" charset="-122"/>
              <a:cs typeface="思源黑体 CN Bold" panose="020B0800000000000000" charset="-122"/>
              <a:sym typeface="思源黑体 CN Regular" panose="020B0500000000000000" charset="-122"/>
            </a:endParaRPr>
          </a:p>
        </p:txBody>
      </p:sp>
      <p:sp>
        <p:nvSpPr>
          <p:cNvPr id="9" name="PA_文本框 13"/>
          <p:cNvSpPr txBox="1"/>
          <p:nvPr userDrawn="1">
            <p:custDataLst>
              <p:tags r:id="rId3"/>
            </p:custDataLst>
          </p:nvPr>
        </p:nvSpPr>
        <p:spPr>
          <a:xfrm>
            <a:off x="923290" y="3310573"/>
            <a:ext cx="5205095" cy="338455"/>
          </a:xfrm>
          <a:prstGeom prst="rect">
            <a:avLst/>
          </a:prstGeom>
          <a:noFill/>
          <a:ln w="9525">
            <a:noFill/>
          </a:ln>
        </p:spPr>
        <p:txBody>
          <a:bodyPr wrap="square" lIns="0" tIns="0" rIns="0" bIns="0" anchor="ctr" anchorCtr="0">
            <a:spAutoFit/>
          </a:bodyPr>
          <a:p>
            <a:pPr algn="l">
              <a:lnSpc>
                <a:spcPct val="110000"/>
              </a:lnSpc>
            </a:pPr>
            <a:r>
              <a:rPr sz="2000" dirty="0">
                <a:solidFill>
                  <a:srgbClr val="33333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汇报单位：市场策划部     汇报人：XXX</a:t>
            </a:r>
            <a:endParaRPr sz="2000" dirty="0">
              <a:solidFill>
                <a:srgbClr val="333333"/>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endParaRPr>
          </a:p>
        </p:txBody>
      </p:sp>
      <p:sp>
        <p:nvSpPr>
          <p:cNvPr id="7" name="PA_文本框 13"/>
          <p:cNvSpPr txBox="1"/>
          <p:nvPr userDrawn="1">
            <p:custDataLst>
              <p:tags r:id="rId4"/>
            </p:custDataLst>
          </p:nvPr>
        </p:nvSpPr>
        <p:spPr>
          <a:xfrm>
            <a:off x="923290" y="3827780"/>
            <a:ext cx="3508375" cy="236220"/>
          </a:xfrm>
          <a:prstGeom prst="rect">
            <a:avLst/>
          </a:prstGeom>
          <a:noFill/>
          <a:ln w="9525">
            <a:noFill/>
          </a:ln>
        </p:spPr>
        <p:txBody>
          <a:bodyPr wrap="square" lIns="0" tIns="0" rIns="0" bIns="0" anchor="ctr" anchorCtr="0">
            <a:spAutoFit/>
          </a:bodyPr>
          <a:p>
            <a:pPr algn="l">
              <a:lnSpc>
                <a:spcPct val="110000"/>
              </a:lnSpc>
            </a:pPr>
            <a:r>
              <a:rPr lang="zh-CN" altLang="en-US" sz="1400" dirty="0">
                <a:solidFill>
                  <a:srgbClr val="333333"/>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汇报时间：</a:t>
            </a:r>
            <a:r>
              <a:rPr lang="en-US" sz="1400" dirty="0">
                <a:solidFill>
                  <a:srgbClr val="333333"/>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2026</a:t>
            </a:r>
            <a:r>
              <a:rPr lang="zh-CN" altLang="en-US" sz="1400" dirty="0">
                <a:solidFill>
                  <a:srgbClr val="333333"/>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年</a:t>
            </a:r>
            <a:r>
              <a:rPr lang="en-US" altLang="zh-CN" sz="1400" dirty="0">
                <a:solidFill>
                  <a:srgbClr val="333333"/>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XX</a:t>
            </a:r>
            <a:r>
              <a:rPr lang="zh-CN" altLang="en-US" sz="1400" dirty="0">
                <a:solidFill>
                  <a:srgbClr val="333333"/>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月</a:t>
            </a:r>
            <a:r>
              <a:rPr lang="en-US" altLang="zh-CN" sz="1400" dirty="0">
                <a:solidFill>
                  <a:srgbClr val="333333"/>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XX</a:t>
            </a:r>
            <a:r>
              <a:rPr lang="zh-CN" altLang="en-US" sz="1400" dirty="0">
                <a:solidFill>
                  <a:srgbClr val="333333"/>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日</a:t>
            </a:r>
            <a:endParaRPr lang="zh-CN" altLang="en-US" sz="1400" dirty="0">
              <a:solidFill>
                <a:srgbClr val="333333"/>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endParaRPr>
          </a:p>
        </p:txBody>
      </p:sp>
      <p:pic>
        <p:nvPicPr>
          <p:cNvPr id="2" name="图片 1" descr="图层 2"/>
          <p:cNvPicPr>
            <a:picLocks noChangeAspect="1"/>
          </p:cNvPicPr>
          <p:nvPr/>
        </p:nvPicPr>
        <p:blipFill>
          <a:blip r:embed="rId5"/>
          <a:stretch>
            <a:fillRect/>
          </a:stretch>
        </p:blipFill>
        <p:spPr>
          <a:xfrm>
            <a:off x="541732" y="426830"/>
            <a:ext cx="2077235" cy="432000"/>
          </a:xfrm>
          <a:prstGeom prst="rect">
            <a:avLst/>
          </a:prstGeom>
        </p:spPr>
      </p:pic>
      <p:sp>
        <p:nvSpPr>
          <p:cNvPr id="8" name="文本框 7"/>
          <p:cNvSpPr txBox="1"/>
          <p:nvPr/>
        </p:nvSpPr>
        <p:spPr>
          <a:xfrm>
            <a:off x="5134610" y="357505"/>
            <a:ext cx="6659245" cy="297180"/>
          </a:xfrm>
          <a:prstGeom prst="rect">
            <a:avLst/>
          </a:prstGeom>
          <a:noFill/>
        </p:spPr>
        <p:txBody>
          <a:bodyPr wrap="square" tIns="71755" bIns="71755" rtlCol="0" anchor="t">
            <a:spAutoFit/>
          </a:bodyPr>
          <a:p>
            <a:pPr lvl="0" algn="r" fontAlgn="base">
              <a:buClrTx/>
              <a:buSzTx/>
              <a:buFontTx/>
            </a:pPr>
            <a:r>
              <a:rPr lang="en-US" altLang="zh-CN" sz="1000">
                <a:solidFill>
                  <a:srgbClr val="333333"/>
                </a:solidFill>
                <a:effectLst/>
                <a:latin typeface="思源黑体 CN Regular" panose="020B0500000000000000" charset="-122"/>
                <a:ea typeface="思源黑体 CN Regular" panose="020B0500000000000000" charset="-122"/>
                <a:cs typeface="思源黑体 CN Regular" panose="020B0500000000000000" charset="-122"/>
                <a:sym typeface="+mn-ea"/>
              </a:rPr>
              <a:t>电源产品   |   新能源交通   |   工业自动化   |   智慧生活   |  智能装备   |    磁电精造</a:t>
            </a:r>
            <a:endParaRPr lang="en-US" altLang="zh-CN" sz="1000">
              <a:solidFill>
                <a:srgbClr val="333333"/>
              </a:solidFill>
              <a:effectLst/>
              <a:latin typeface="思源黑体 CN Regular" panose="020B0500000000000000" charset="-122"/>
              <a:ea typeface="思源黑体 CN Regular" panose="020B0500000000000000" charset="-122"/>
              <a:cs typeface="思源黑体 CN Regular" panose="020B05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6" name="图片 5" descr="jimeng-2026-04-28-2348-变成高清的，样式不变"/>
          <p:cNvPicPr>
            <a:picLocks noChangeAspect="1"/>
          </p:cNvPicPr>
          <p:nvPr/>
        </p:nvPicPr>
        <p:blipFill>
          <a:blip r:embed="rId1"/>
          <a:srcRect t="1909" b="34726"/>
          <a:stretch>
            <a:fillRect/>
          </a:stretch>
        </p:blipFill>
        <p:spPr>
          <a:xfrm>
            <a:off x="-1905" y="0"/>
            <a:ext cx="12193905" cy="4362450"/>
          </a:xfrm>
          <a:prstGeom prst="rect">
            <a:avLst/>
          </a:prstGeom>
        </p:spPr>
      </p:pic>
      <p:sp>
        <p:nvSpPr>
          <p:cNvPr id="8198" name="PA_文本框 13"/>
          <p:cNvSpPr txBox="1"/>
          <p:nvPr userDrawn="1">
            <p:custDataLst>
              <p:tags r:id="rId2"/>
            </p:custDataLst>
          </p:nvPr>
        </p:nvSpPr>
        <p:spPr>
          <a:xfrm>
            <a:off x="1666081" y="4653122"/>
            <a:ext cx="8859838" cy="709930"/>
          </a:xfrm>
          <a:prstGeom prst="rect">
            <a:avLst/>
          </a:prstGeom>
          <a:noFill/>
          <a:ln w="9525">
            <a:noFill/>
          </a:ln>
        </p:spPr>
        <p:txBody>
          <a:bodyPr wrap="square" lIns="0" tIns="0" rIns="0" bIns="0" anchor="ctr" anchorCtr="0">
            <a:spAutoFit/>
          </a:bodyPr>
          <a:p>
            <a:pPr algn="ctr">
              <a:lnSpc>
                <a:spcPct val="110000"/>
              </a:lnSpc>
            </a:pPr>
            <a:r>
              <a:rPr lang="en-US" altLang="zh-CN" sz="4200" dirty="0">
                <a:solidFill>
                  <a:srgbClr val="333333"/>
                </a:solidFill>
                <a:latin typeface="思源黑体 CN Bold" panose="020B0800000000000000" charset="-122"/>
                <a:ea typeface="思源黑体 CN Bold" panose="020B0800000000000000" charset="-122"/>
                <a:cs typeface="思源黑体 CN Bold" panose="020B0800000000000000" charset="-122"/>
                <a:sym typeface="思源黑体 CN Regular" panose="020B0500000000000000" charset="-122"/>
              </a:rPr>
              <a:t>2026</a:t>
            </a:r>
            <a:r>
              <a:rPr lang="zh-CN" altLang="en-US" sz="4200" dirty="0">
                <a:solidFill>
                  <a:srgbClr val="333333"/>
                </a:solidFill>
                <a:latin typeface="思源黑体 CN Bold" panose="020B0800000000000000" charset="-122"/>
                <a:ea typeface="思源黑体 CN Bold" panose="020B0800000000000000" charset="-122"/>
                <a:cs typeface="思源黑体 CN Bold" panose="020B0800000000000000" charset="-122"/>
                <a:sym typeface="思源黑体 CN Regular" panose="020B0500000000000000" charset="-122"/>
              </a:rPr>
              <a:t>麦米电气全球营销平台工作会议</a:t>
            </a:r>
            <a:endParaRPr lang="zh-CN" altLang="en-US" sz="4200" dirty="0">
              <a:solidFill>
                <a:srgbClr val="333333"/>
              </a:solidFill>
              <a:latin typeface="思源黑体 CN Bold" panose="020B0800000000000000" charset="-122"/>
              <a:ea typeface="思源黑体 CN Bold" panose="020B0800000000000000" charset="-122"/>
              <a:cs typeface="思源黑体 CN Bold" panose="020B0800000000000000" charset="-122"/>
              <a:sym typeface="思源黑体 CN Regular" panose="020B0500000000000000" charset="-122"/>
            </a:endParaRPr>
          </a:p>
        </p:txBody>
      </p:sp>
      <p:sp>
        <p:nvSpPr>
          <p:cNvPr id="3" name="副标题 2"/>
          <p:cNvSpPr>
            <a:spLocks noGrp="1"/>
          </p:cNvSpPr>
          <p:nvPr/>
        </p:nvSpPr>
        <p:spPr>
          <a:xfrm>
            <a:off x="1524000" y="5568315"/>
            <a:ext cx="9144000" cy="615950"/>
          </a:xfrm>
        </p:spPr>
        <p:txBody>
          <a:bodyPr>
            <a:normAutofit/>
          </a:bodyPr>
          <a:lstStyle>
            <a:lvl1pPr marL="0" indent="0" algn="ctr">
              <a:lnSpc>
                <a:spcPct val="100000"/>
              </a:lnSpc>
              <a:buNone/>
              <a:defRPr sz="2200">
                <a:solidFill>
                  <a:schemeClr val="bg1"/>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solidFill>
                  <a:srgbClr val="333333"/>
                </a:solidFill>
                <a:latin typeface="思源黑体 CN Regular" panose="020B0500000000000000" charset="-122"/>
                <a:ea typeface="思源黑体 CN Regular" panose="020B0500000000000000" charset="-122"/>
                <a:cs typeface="思源黑体 CN Regular" panose="020B0500000000000000" charset="-122"/>
              </a:rPr>
              <a:t>汇报单位：市场策划部</a:t>
            </a:r>
            <a:r>
              <a:rPr lang="en-US" altLang="zh-CN" dirty="0">
                <a:solidFill>
                  <a:srgbClr val="333333"/>
                </a:solidFill>
                <a:latin typeface="思源黑体 CN Regular" panose="020B0500000000000000" charset="-122"/>
                <a:ea typeface="思源黑体 CN Regular" panose="020B0500000000000000" charset="-122"/>
                <a:cs typeface="思源黑体 CN Regular" panose="020B0500000000000000" charset="-122"/>
              </a:rPr>
              <a:t>         </a:t>
            </a:r>
            <a:r>
              <a:rPr lang="zh-CN" altLang="en-US" dirty="0">
                <a:solidFill>
                  <a:srgbClr val="333333"/>
                </a:solidFill>
                <a:latin typeface="思源黑体 CN Regular" panose="020B0500000000000000" charset="-122"/>
                <a:ea typeface="思源黑体 CN Regular" panose="020B0500000000000000" charset="-122"/>
                <a:cs typeface="思源黑体 CN Regular" panose="020B0500000000000000" charset="-122"/>
              </a:rPr>
              <a:t>汇报人：代用名</a:t>
            </a:r>
            <a:endParaRPr lang="zh-CN" altLang="en-US" dirty="0">
              <a:solidFill>
                <a:srgbClr val="333333"/>
              </a:solidFill>
              <a:latin typeface="思源黑体 CN Regular" panose="020B0500000000000000" charset="-122"/>
              <a:ea typeface="思源黑体 CN Regular" panose="020B0500000000000000" charset="-122"/>
              <a:cs typeface="思源黑体 CN Regular" panose="020B0500000000000000" charset="-122"/>
            </a:endParaRPr>
          </a:p>
        </p:txBody>
      </p:sp>
      <p:sp>
        <p:nvSpPr>
          <p:cNvPr id="5" name="矩形 4"/>
          <p:cNvSpPr/>
          <p:nvPr/>
        </p:nvSpPr>
        <p:spPr>
          <a:xfrm>
            <a:off x="0" y="4260850"/>
            <a:ext cx="12214860" cy="209550"/>
          </a:xfrm>
          <a:prstGeom prst="rect">
            <a:avLst/>
          </a:prstGeom>
          <a:solidFill>
            <a:srgbClr val="FF841E"/>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60B6E2"/>
              </a:solidFill>
              <a:sym typeface="+mn-ea"/>
            </a:endParaRPr>
          </a:p>
        </p:txBody>
      </p:sp>
      <p:pic>
        <p:nvPicPr>
          <p:cNvPr id="10" name="图片 9" descr="白色"/>
          <p:cNvPicPr>
            <a:picLocks noChangeAspect="1"/>
          </p:cNvPicPr>
          <p:nvPr/>
        </p:nvPicPr>
        <p:blipFill>
          <a:blip r:embed="rId3"/>
          <a:stretch>
            <a:fillRect/>
          </a:stretch>
        </p:blipFill>
        <p:spPr>
          <a:xfrm>
            <a:off x="543125" y="358250"/>
            <a:ext cx="2074496" cy="432000"/>
          </a:xfrm>
          <a:prstGeom prst="rect">
            <a:avLst/>
          </a:prstGeom>
        </p:spPr>
      </p:pic>
      <p:sp>
        <p:nvSpPr>
          <p:cNvPr id="4" name="文本框 3"/>
          <p:cNvSpPr txBox="1"/>
          <p:nvPr/>
        </p:nvSpPr>
        <p:spPr>
          <a:xfrm>
            <a:off x="5134610" y="357505"/>
            <a:ext cx="6659245" cy="297180"/>
          </a:xfrm>
          <a:prstGeom prst="rect">
            <a:avLst/>
          </a:prstGeom>
          <a:noFill/>
        </p:spPr>
        <p:txBody>
          <a:bodyPr wrap="square" tIns="71755" bIns="71755" rtlCol="0" anchor="t">
            <a:spAutoFit/>
          </a:bodyPr>
          <a:p>
            <a:pPr algn="r" fontAlgn="base"/>
            <a:r>
              <a:rPr lang="en-US" altLang="zh-CN" sz="1000">
                <a:solidFill>
                  <a:schemeClr val="bg1"/>
                </a:solidFill>
                <a:latin typeface="思源黑体 CN Regular" panose="020B0500000000000000" charset="-122"/>
                <a:ea typeface="思源黑体 CN Regular" panose="020B0500000000000000" charset="-122"/>
                <a:sym typeface="+mn-ea"/>
              </a:rPr>
              <a:t>电源</a:t>
            </a:r>
            <a:r>
              <a:rPr lang="zh-CN" altLang="en-US" sz="1000">
                <a:solidFill>
                  <a:schemeClr val="bg1"/>
                </a:solidFill>
                <a:latin typeface="思源黑体 CN Regular" panose="020B0500000000000000" charset="-122"/>
                <a:ea typeface="思源黑体 CN Regular" panose="020B0500000000000000" charset="-122"/>
                <a:sym typeface="+mn-ea"/>
              </a:rPr>
              <a:t>产品</a:t>
            </a:r>
            <a:r>
              <a:rPr lang="en-US" altLang="zh-CN" sz="1000">
                <a:solidFill>
                  <a:schemeClr val="bg1"/>
                </a:solidFill>
                <a:latin typeface="思源黑体 CN Regular" panose="020B0500000000000000" charset="-122"/>
                <a:ea typeface="思源黑体 CN Regular" panose="020B0500000000000000" charset="-122"/>
                <a:sym typeface="+mn-ea"/>
              </a:rPr>
              <a:t>   |   新能源交通   |   工业自动化   |   </a:t>
            </a:r>
            <a:r>
              <a:rPr lang="zh-CN" altLang="en-US" sz="1000">
                <a:solidFill>
                  <a:schemeClr val="bg1"/>
                </a:solidFill>
                <a:latin typeface="思源黑体 CN Regular" panose="020B0500000000000000" charset="-122"/>
                <a:ea typeface="思源黑体 CN Regular" panose="020B0500000000000000" charset="-122"/>
                <a:sym typeface="+mn-ea"/>
              </a:rPr>
              <a:t>智慧生活</a:t>
            </a:r>
            <a:r>
              <a:rPr lang="en-US" altLang="zh-CN" sz="1000">
                <a:solidFill>
                  <a:schemeClr val="bg1"/>
                </a:solidFill>
                <a:latin typeface="思源黑体 CN Regular" panose="020B0500000000000000" charset="-122"/>
                <a:ea typeface="思源黑体 CN Regular" panose="020B0500000000000000" charset="-122"/>
                <a:sym typeface="+mn-ea"/>
              </a:rPr>
              <a:t>   |  智能</a:t>
            </a:r>
            <a:r>
              <a:rPr lang="zh-CN" altLang="en-US" sz="1000">
                <a:solidFill>
                  <a:schemeClr val="bg1"/>
                </a:solidFill>
                <a:latin typeface="思源黑体 CN Regular" panose="020B0500000000000000" charset="-122"/>
                <a:ea typeface="思源黑体 CN Regular" panose="020B0500000000000000" charset="-122"/>
                <a:sym typeface="+mn-ea"/>
              </a:rPr>
              <a:t>装备</a:t>
            </a:r>
            <a:r>
              <a:rPr lang="en-US" altLang="zh-CN" sz="1000">
                <a:solidFill>
                  <a:schemeClr val="bg1"/>
                </a:solidFill>
                <a:latin typeface="思源黑体 CN Regular" panose="020B0500000000000000" charset="-122"/>
                <a:ea typeface="思源黑体 CN Regular" panose="020B0500000000000000" charset="-122"/>
                <a:sym typeface="+mn-ea"/>
              </a:rPr>
              <a:t>   |    </a:t>
            </a:r>
            <a:r>
              <a:rPr lang="zh-CN" altLang="en-US" sz="1000">
                <a:solidFill>
                  <a:schemeClr val="bg1"/>
                </a:solidFill>
                <a:latin typeface="思源黑体 CN Regular" panose="020B0500000000000000" charset="-122"/>
                <a:ea typeface="思源黑体 CN Regular" panose="020B0500000000000000" charset="-122"/>
                <a:sym typeface="+mn-ea"/>
              </a:rPr>
              <a:t>磁电精造</a:t>
            </a:r>
            <a:endParaRPr lang="zh-CN" altLang="en-US" sz="1000">
              <a:solidFill>
                <a:schemeClr val="bg1"/>
              </a:solidFill>
              <a:latin typeface="思源黑体 CN Regular" panose="020B0500000000000000" charset="-122"/>
              <a:ea typeface="思源黑体 CN Regular" panose="020B0500000000000000"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7" name="图片 6" descr="E:\PPT\集团会议模板\02.jpg02"/>
          <p:cNvPicPr>
            <a:picLocks noChangeAspect="1"/>
          </p:cNvPicPr>
          <p:nvPr/>
        </p:nvPicPr>
        <p:blipFill>
          <a:blip r:embed="rId1"/>
          <a:srcRect/>
          <a:stretch>
            <a:fillRect/>
          </a:stretch>
        </p:blipFill>
        <p:spPr>
          <a:xfrm>
            <a:off x="1270" y="318"/>
            <a:ext cx="12189460" cy="6857365"/>
          </a:xfrm>
          <a:prstGeom prst="rect">
            <a:avLst/>
          </a:prstGeom>
        </p:spPr>
      </p:pic>
      <p:pic>
        <p:nvPicPr>
          <p:cNvPr id="10" name="图片 9" descr="白色"/>
          <p:cNvPicPr>
            <a:picLocks noChangeAspect="1"/>
          </p:cNvPicPr>
          <p:nvPr/>
        </p:nvPicPr>
        <p:blipFill>
          <a:blip r:embed="rId2"/>
          <a:stretch>
            <a:fillRect/>
          </a:stretch>
        </p:blipFill>
        <p:spPr>
          <a:xfrm>
            <a:off x="543125" y="358250"/>
            <a:ext cx="2074496" cy="432000"/>
          </a:xfrm>
          <a:prstGeom prst="rect">
            <a:avLst/>
          </a:prstGeom>
        </p:spPr>
      </p:pic>
      <p:sp>
        <p:nvSpPr>
          <p:cNvPr id="9" name="PA_文本框 13"/>
          <p:cNvSpPr txBox="1"/>
          <p:nvPr userDrawn="1">
            <p:custDataLst>
              <p:tags r:id="rId3"/>
            </p:custDataLst>
          </p:nvPr>
        </p:nvSpPr>
        <p:spPr>
          <a:xfrm>
            <a:off x="814070" y="3310573"/>
            <a:ext cx="6069965" cy="338455"/>
          </a:xfrm>
          <a:prstGeom prst="rect">
            <a:avLst/>
          </a:prstGeom>
          <a:noFill/>
          <a:ln w="9525">
            <a:noFill/>
          </a:ln>
        </p:spPr>
        <p:txBody>
          <a:bodyPr wrap="square" lIns="0" tIns="0" rIns="0" bIns="0" anchor="ctr" anchorCtr="0">
            <a:spAutoFit/>
          </a:bodyPr>
          <a:p>
            <a:pPr algn="l">
              <a:lnSpc>
                <a:spcPct val="110000"/>
              </a:lnSpc>
            </a:pPr>
            <a:r>
              <a:rPr lang="zh-CN" altLang="en-US" sz="20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汇报单位：市场策划部</a:t>
            </a:r>
            <a:r>
              <a:rPr lang="en-US" altLang="zh-CN" sz="20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     </a:t>
            </a:r>
            <a:r>
              <a:rPr lang="zh-CN" altLang="en-US" sz="20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汇报人：</a:t>
            </a:r>
            <a:r>
              <a:rPr lang="en-US" altLang="zh-CN" sz="20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XXX</a:t>
            </a:r>
            <a:endParaRPr lang="en-US" altLang="zh-CN" sz="200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endParaRPr>
          </a:p>
        </p:txBody>
      </p:sp>
      <p:sp>
        <p:nvSpPr>
          <p:cNvPr id="11" name="PA_文本框 13"/>
          <p:cNvSpPr txBox="1"/>
          <p:nvPr userDrawn="1">
            <p:custDataLst>
              <p:tags r:id="rId4"/>
            </p:custDataLst>
          </p:nvPr>
        </p:nvSpPr>
        <p:spPr>
          <a:xfrm>
            <a:off x="814070" y="1683068"/>
            <a:ext cx="6690995" cy="981710"/>
          </a:xfrm>
          <a:prstGeom prst="rect">
            <a:avLst/>
          </a:prstGeom>
          <a:noFill/>
          <a:ln w="9525">
            <a:noFill/>
          </a:ln>
        </p:spPr>
        <p:txBody>
          <a:bodyPr wrap="square" lIns="0" tIns="0" rIns="0" bIns="0" anchor="ctr" anchorCtr="0">
            <a:spAutoFit/>
          </a:bodyPr>
          <a:p>
            <a:pPr algn="l">
              <a:lnSpc>
                <a:spcPct val="110000"/>
              </a:lnSpc>
            </a:pPr>
            <a:r>
              <a:rPr lang="zh-CN" altLang="en-US" sz="5800" dirty="0">
                <a:solidFill>
                  <a:srgbClr val="FFFFFF"/>
                </a:solidFill>
                <a:effectLst/>
                <a:latin typeface="思源黑体 CN Bold" panose="020B0800000000000000" charset="-122"/>
                <a:ea typeface="思源黑体 CN Bold" panose="020B0800000000000000" charset="-122"/>
                <a:cs typeface="思源黑体 CN Bold" panose="020B0800000000000000" charset="-122"/>
                <a:sym typeface="思源黑体 CN Regular" panose="020B0500000000000000" charset="-122"/>
              </a:rPr>
              <a:t>单击此处添加标题</a:t>
            </a:r>
            <a:r>
              <a:rPr lang="en-US" altLang="zh-CN" sz="5800" dirty="0">
                <a:solidFill>
                  <a:srgbClr val="FFFFFF"/>
                </a:solidFill>
                <a:effectLst/>
                <a:latin typeface="思源黑体 CN Bold" panose="020B0800000000000000" charset="-122"/>
                <a:ea typeface="思源黑体 CN Bold" panose="020B0800000000000000" charset="-122"/>
                <a:cs typeface="思源黑体 CN Bold" panose="020B0800000000000000" charset="-122"/>
                <a:sym typeface="思源黑体 CN Regular" panose="020B0500000000000000" charset="-122"/>
              </a:rPr>
              <a:t> </a:t>
            </a:r>
            <a:endParaRPr lang="en-US" altLang="zh-CN" sz="5800" dirty="0">
              <a:solidFill>
                <a:srgbClr val="FFFFFF"/>
              </a:solidFill>
              <a:effectLst/>
              <a:latin typeface="思源黑体 CN Bold" panose="020B0800000000000000" charset="-122"/>
              <a:ea typeface="思源黑体 CN Bold" panose="020B0800000000000000" charset="-122"/>
              <a:cs typeface="思源黑体 CN Bold" panose="020B0800000000000000" charset="-122"/>
              <a:sym typeface="思源黑体 CN Regular" panose="020B0500000000000000" charset="-122"/>
            </a:endParaRPr>
          </a:p>
        </p:txBody>
      </p:sp>
      <p:sp>
        <p:nvSpPr>
          <p:cNvPr id="3" name="PA_文本框 13"/>
          <p:cNvSpPr txBox="1"/>
          <p:nvPr userDrawn="1">
            <p:custDataLst>
              <p:tags r:id="rId5"/>
            </p:custDataLst>
          </p:nvPr>
        </p:nvSpPr>
        <p:spPr>
          <a:xfrm>
            <a:off x="814070" y="3827780"/>
            <a:ext cx="3508375" cy="236220"/>
          </a:xfrm>
          <a:prstGeom prst="rect">
            <a:avLst/>
          </a:prstGeom>
          <a:noFill/>
          <a:ln w="9525">
            <a:noFill/>
          </a:ln>
        </p:spPr>
        <p:txBody>
          <a:bodyPr wrap="square" lIns="0" tIns="0" rIns="0" bIns="0" anchor="ctr" anchorCtr="0">
            <a:spAutoFit/>
          </a:bodyPr>
          <a:p>
            <a:pPr algn="l">
              <a:lnSpc>
                <a:spcPct val="110000"/>
              </a:lnSpc>
            </a:pPr>
            <a:r>
              <a:rPr lang="zh-CN" altLang="en-US" sz="1400" dirty="0">
                <a:solidFill>
                  <a:schemeClr val="bg1"/>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汇报时间：</a:t>
            </a:r>
            <a:r>
              <a:rPr lang="en-US" sz="1400" dirty="0">
                <a:solidFill>
                  <a:schemeClr val="bg1"/>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2026</a:t>
            </a:r>
            <a:r>
              <a:rPr lang="zh-CN" altLang="en-US" sz="1400" dirty="0">
                <a:solidFill>
                  <a:schemeClr val="bg1"/>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年</a:t>
            </a:r>
            <a:r>
              <a:rPr lang="en-US" altLang="zh-CN" sz="1400" dirty="0">
                <a:solidFill>
                  <a:schemeClr val="bg1"/>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XX</a:t>
            </a:r>
            <a:r>
              <a:rPr lang="zh-CN" altLang="en-US" sz="1400" dirty="0">
                <a:solidFill>
                  <a:schemeClr val="bg1"/>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月</a:t>
            </a:r>
            <a:r>
              <a:rPr lang="en-US" altLang="zh-CN" sz="1400" dirty="0">
                <a:solidFill>
                  <a:schemeClr val="bg1"/>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XX</a:t>
            </a:r>
            <a:r>
              <a:rPr lang="zh-CN" altLang="en-US" sz="1400" dirty="0">
                <a:solidFill>
                  <a:schemeClr val="bg1"/>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rPr>
              <a:t>日</a:t>
            </a:r>
            <a:endParaRPr lang="zh-CN" altLang="en-US" sz="1400" dirty="0">
              <a:solidFill>
                <a:schemeClr val="bg1"/>
              </a:solidFill>
              <a:uFillTx/>
              <a:latin typeface="思源黑体 CN Regular" panose="020B0500000000000000" charset="-122"/>
              <a:ea typeface="思源黑体 CN Regular" panose="020B0500000000000000" charset="-122"/>
              <a:cs typeface="思源黑体 CN Regular" panose="020B0500000000000000" charset="-122"/>
              <a:sym typeface="思源黑体 CN Regular" panose="020B0500000000000000" charset="-122"/>
            </a:endParaRPr>
          </a:p>
        </p:txBody>
      </p:sp>
      <p:sp>
        <p:nvSpPr>
          <p:cNvPr id="4" name="文本框 3"/>
          <p:cNvSpPr txBox="1"/>
          <p:nvPr/>
        </p:nvSpPr>
        <p:spPr>
          <a:xfrm>
            <a:off x="5134610" y="357505"/>
            <a:ext cx="6659245" cy="297180"/>
          </a:xfrm>
          <a:prstGeom prst="rect">
            <a:avLst/>
          </a:prstGeom>
          <a:noFill/>
        </p:spPr>
        <p:txBody>
          <a:bodyPr wrap="square" tIns="71755" bIns="71755" rtlCol="0" anchor="t">
            <a:spAutoFit/>
          </a:bodyPr>
          <a:p>
            <a:pPr algn="r" fontAlgn="base"/>
            <a:r>
              <a:rPr lang="en-US" altLang="zh-CN" sz="1000">
                <a:solidFill>
                  <a:schemeClr val="bg1"/>
                </a:solidFill>
                <a:latin typeface="思源黑体 CN Regular" panose="020B0500000000000000" charset="-122"/>
                <a:ea typeface="思源黑体 CN Regular" panose="020B0500000000000000" charset="-122"/>
                <a:sym typeface="+mn-ea"/>
              </a:rPr>
              <a:t>电源</a:t>
            </a:r>
            <a:r>
              <a:rPr lang="zh-CN" altLang="en-US" sz="1000">
                <a:solidFill>
                  <a:schemeClr val="bg1"/>
                </a:solidFill>
                <a:latin typeface="思源黑体 CN Regular" panose="020B0500000000000000" charset="-122"/>
                <a:ea typeface="思源黑体 CN Regular" panose="020B0500000000000000" charset="-122"/>
                <a:sym typeface="+mn-ea"/>
              </a:rPr>
              <a:t>产品</a:t>
            </a:r>
            <a:r>
              <a:rPr lang="en-US" altLang="zh-CN" sz="1000">
                <a:solidFill>
                  <a:schemeClr val="bg1"/>
                </a:solidFill>
                <a:latin typeface="思源黑体 CN Regular" panose="020B0500000000000000" charset="-122"/>
                <a:ea typeface="思源黑体 CN Regular" panose="020B0500000000000000" charset="-122"/>
                <a:sym typeface="+mn-ea"/>
              </a:rPr>
              <a:t>   |   新能源交通   |   工业自动化   |   </a:t>
            </a:r>
            <a:r>
              <a:rPr lang="zh-CN" altLang="en-US" sz="1000">
                <a:solidFill>
                  <a:schemeClr val="bg1"/>
                </a:solidFill>
                <a:latin typeface="思源黑体 CN Regular" panose="020B0500000000000000" charset="-122"/>
                <a:ea typeface="思源黑体 CN Regular" panose="020B0500000000000000" charset="-122"/>
                <a:sym typeface="+mn-ea"/>
              </a:rPr>
              <a:t>智慧生活</a:t>
            </a:r>
            <a:r>
              <a:rPr lang="en-US" altLang="zh-CN" sz="1000">
                <a:solidFill>
                  <a:schemeClr val="bg1"/>
                </a:solidFill>
                <a:latin typeface="思源黑体 CN Regular" panose="020B0500000000000000" charset="-122"/>
                <a:ea typeface="思源黑体 CN Regular" panose="020B0500000000000000" charset="-122"/>
                <a:sym typeface="+mn-ea"/>
              </a:rPr>
              <a:t>   |  智能</a:t>
            </a:r>
            <a:r>
              <a:rPr lang="zh-CN" altLang="en-US" sz="1000">
                <a:solidFill>
                  <a:schemeClr val="bg1"/>
                </a:solidFill>
                <a:latin typeface="思源黑体 CN Regular" panose="020B0500000000000000" charset="-122"/>
                <a:ea typeface="思源黑体 CN Regular" panose="020B0500000000000000" charset="-122"/>
                <a:sym typeface="+mn-ea"/>
              </a:rPr>
              <a:t>装备</a:t>
            </a:r>
            <a:r>
              <a:rPr lang="en-US" altLang="zh-CN" sz="1000">
                <a:solidFill>
                  <a:schemeClr val="bg1"/>
                </a:solidFill>
                <a:latin typeface="思源黑体 CN Regular" panose="020B0500000000000000" charset="-122"/>
                <a:ea typeface="思源黑体 CN Regular" panose="020B0500000000000000" charset="-122"/>
                <a:sym typeface="+mn-ea"/>
              </a:rPr>
              <a:t>   |    </a:t>
            </a:r>
            <a:r>
              <a:rPr lang="zh-CN" altLang="en-US" sz="1000">
                <a:solidFill>
                  <a:schemeClr val="bg1"/>
                </a:solidFill>
                <a:latin typeface="思源黑体 CN Regular" panose="020B0500000000000000" charset="-122"/>
                <a:ea typeface="思源黑体 CN Regular" panose="020B0500000000000000" charset="-122"/>
                <a:sym typeface="+mn-ea"/>
              </a:rPr>
              <a:t>磁电精造</a:t>
            </a:r>
            <a:endParaRPr lang="zh-CN" altLang="en-US" sz="1000">
              <a:solidFill>
                <a:schemeClr val="bg1"/>
              </a:solidFill>
              <a:latin typeface="思源黑体 CN Regular" panose="020B0500000000000000" charset="-122"/>
              <a:ea typeface="思源黑体 CN Regular" panose="020B0500000000000000"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 name="图片 25" descr="cd48f65899894f8483050a7227f5081b"/>
          <p:cNvPicPr>
            <a:picLocks noChangeAspect="1"/>
          </p:cNvPicPr>
          <p:nvPr/>
        </p:nvPicPr>
        <p:blipFill>
          <a:blip r:embed="rId1" cstate="email"/>
          <a:srcRect l="26115" r="52455"/>
          <a:stretch>
            <a:fillRect/>
          </a:stretch>
        </p:blipFill>
        <p:spPr>
          <a:xfrm>
            <a:off x="0" y="0"/>
            <a:ext cx="4037965" cy="6858000"/>
          </a:xfrm>
          <a:prstGeom prst="rect">
            <a:avLst/>
          </a:prstGeom>
        </p:spPr>
      </p:pic>
      <p:sp>
        <p:nvSpPr>
          <p:cNvPr id="20" name="矩形 19"/>
          <p:cNvSpPr/>
          <p:nvPr userDrawn="1"/>
        </p:nvSpPr>
        <p:spPr>
          <a:xfrm>
            <a:off x="0" y="0"/>
            <a:ext cx="4037965" cy="6858000"/>
          </a:xfrm>
          <a:prstGeom prst="rect">
            <a:avLst/>
          </a:prstGeom>
          <a:gradFill>
            <a:gsLst>
              <a:gs pos="73000">
                <a:srgbClr val="0FAF9B">
                  <a:alpha val="80000"/>
                </a:srgbClr>
              </a:gs>
              <a:gs pos="0">
                <a:srgbClr val="62D6CC">
                  <a:alpha val="7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60B6E2"/>
              </a:solidFill>
              <a:sym typeface="+mn-ea"/>
            </a:endParaRPr>
          </a:p>
        </p:txBody>
      </p:sp>
      <p:sp>
        <p:nvSpPr>
          <p:cNvPr id="42" name="文本框 41"/>
          <p:cNvSpPr txBox="1"/>
          <p:nvPr/>
        </p:nvSpPr>
        <p:spPr>
          <a:xfrm>
            <a:off x="399415" y="531495"/>
            <a:ext cx="1320800" cy="2122805"/>
          </a:xfrm>
          <a:prstGeom prst="rect">
            <a:avLst/>
          </a:prstGeom>
          <a:noFill/>
        </p:spPr>
        <p:txBody>
          <a:bodyPr wrap="square" rtlCol="0">
            <a:spAutoFit/>
          </a:bodyPr>
          <a:p>
            <a:pPr algn="ctr" fontAlgn="auto"/>
            <a:r>
              <a:rPr lang="zh-CN" altLang="en-US" sz="6600" spc="-100" noProof="1" dirty="0">
                <a:solidFill>
                  <a:schemeClr val="bg1"/>
                </a:solidFill>
                <a:latin typeface="思源黑体 CN Bold" panose="020B0800000000000000" charset="-122"/>
                <a:ea typeface="思源黑体 CN Bold" panose="020B0800000000000000" charset="-122"/>
                <a:cs typeface="思源黑体 CN Bold" panose="020B0800000000000000" charset="-122"/>
              </a:rPr>
              <a:t>目 录</a:t>
            </a:r>
            <a:endParaRPr lang="zh-CN" altLang="en-US" sz="6600" spc="-100" noProof="1" dirty="0">
              <a:solidFill>
                <a:schemeClr val="bg1"/>
              </a:solidFill>
              <a:latin typeface="思源黑体 CN Bold" panose="020B0800000000000000" charset="-122"/>
              <a:ea typeface="思源黑体 CN Bold" panose="020B0800000000000000" charset="-122"/>
              <a:cs typeface="思源黑体 CN Bold" panose="020B0800000000000000" charset="-122"/>
            </a:endParaRPr>
          </a:p>
        </p:txBody>
      </p:sp>
      <p:sp>
        <p:nvSpPr>
          <p:cNvPr id="29" name="文本框 3"/>
          <p:cNvSpPr txBox="1">
            <a:spLocks noChangeArrowheads="1"/>
          </p:cNvSpPr>
          <p:nvPr/>
        </p:nvSpPr>
        <p:spPr bwMode="auto">
          <a:xfrm rot="16200000">
            <a:off x="506095" y="2397125"/>
            <a:ext cx="2627630" cy="628650"/>
          </a:xfrm>
          <a:prstGeom prst="rect">
            <a:avLst/>
          </a:prstGeom>
          <a:noFill/>
          <a:ln w="9525">
            <a:noFill/>
            <a:miter lim="800000"/>
          </a:ln>
        </p:spPr>
        <p:txBody>
          <a:bodyPr wrap="none" lIns="91431" tIns="45715" rIns="91431" bIns="45715">
            <a:spAutoFit/>
          </a:bodyPr>
          <a:p>
            <a:r>
              <a:rPr lang="en-US" altLang="zh-CN" sz="3500" dirty="0">
                <a:solidFill>
                  <a:schemeClr val="bg1">
                    <a:alpha val="40000"/>
                  </a:schemeClr>
                </a:solidFill>
                <a:latin typeface="Arial" panose="020B0604020202020204" pitchFamily="34" charset="0"/>
                <a:ea typeface="思源黑体 CN Regular" panose="020B0500000000000000" charset="-122"/>
                <a:cs typeface="Arial" panose="020B0604020202020204" pitchFamily="34" charset="0"/>
              </a:rPr>
              <a:t>CONTENTS</a:t>
            </a:r>
            <a:endParaRPr lang="en-US" altLang="zh-CN" sz="3500" dirty="0">
              <a:solidFill>
                <a:schemeClr val="bg1">
                  <a:alpha val="40000"/>
                </a:schemeClr>
              </a:solidFill>
              <a:latin typeface="Arial" panose="020B0604020202020204" pitchFamily="34" charset="0"/>
              <a:ea typeface="思源黑体 CN Regular" panose="020B0500000000000000" charset="-122"/>
              <a:cs typeface="Arial" panose="020B0604020202020204" pitchFamily="34" charset="0"/>
            </a:endParaRPr>
          </a:p>
        </p:txBody>
      </p:sp>
      <p:sp>
        <p:nvSpPr>
          <p:cNvPr id="64" name="椭圆 63"/>
          <p:cNvSpPr/>
          <p:nvPr userDrawn="1">
            <p:custDataLst>
              <p:tags r:id="rId2"/>
            </p:custDataLst>
          </p:nvPr>
        </p:nvSpPr>
        <p:spPr>
          <a:xfrm>
            <a:off x="3559175" y="3542030"/>
            <a:ext cx="990600" cy="990600"/>
          </a:xfrm>
          <a:prstGeom prst="ellipse">
            <a:avLst/>
          </a:prstGeom>
          <a:solidFill>
            <a:srgbClr val="0FAF9B">
              <a:alpha val="92000"/>
            </a:srgbClr>
          </a:solidFill>
          <a:ln w="5080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60B6E2"/>
              </a:solidFill>
              <a:sym typeface="+mn-ea"/>
            </a:endParaRPr>
          </a:p>
        </p:txBody>
      </p:sp>
      <p:sp>
        <p:nvSpPr>
          <p:cNvPr id="65" name="文本框 64"/>
          <p:cNvSpPr txBox="1"/>
          <p:nvPr userDrawn="1">
            <p:custDataLst>
              <p:tags r:id="rId3"/>
            </p:custDataLst>
          </p:nvPr>
        </p:nvSpPr>
        <p:spPr>
          <a:xfrm>
            <a:off x="3559175" y="3745230"/>
            <a:ext cx="990600" cy="583565"/>
          </a:xfrm>
          <a:prstGeom prst="rect">
            <a:avLst/>
          </a:prstGeom>
          <a:noFill/>
        </p:spPr>
        <p:txBody>
          <a:bodyPr wrap="square" rtlCol="0">
            <a:spAutoFit/>
          </a:bodyPr>
          <a:p>
            <a:pPr algn="ctr" fontAlgn="auto"/>
            <a:r>
              <a:rPr lang="en-US" altLang="zh-CN" sz="3200" b="1" spc="200" noProof="1" dirty="0">
                <a:solidFill>
                  <a:schemeClr val="bg1"/>
                </a:solidFill>
                <a:latin typeface="Arial" panose="020B0604020202020204" pitchFamily="34" charset="0"/>
                <a:ea typeface="思源黑体 CN Regular" panose="020B0500000000000000" charset="-122"/>
                <a:cs typeface="Arial" panose="020B0604020202020204" pitchFamily="34" charset="0"/>
              </a:rPr>
              <a:t>03</a:t>
            </a:r>
            <a:endParaRPr lang="en-US" altLang="zh-CN" sz="3200" b="1" spc="200" noProof="1" dirty="0">
              <a:solidFill>
                <a:schemeClr val="bg1"/>
              </a:solidFill>
              <a:latin typeface="Arial" panose="020B0604020202020204" pitchFamily="34" charset="0"/>
              <a:ea typeface="思源黑体 CN Regular" panose="020B0500000000000000" charset="-122"/>
              <a:cs typeface="Arial" panose="020B0604020202020204" pitchFamily="34" charset="0"/>
            </a:endParaRPr>
          </a:p>
        </p:txBody>
      </p:sp>
      <p:sp>
        <p:nvSpPr>
          <p:cNvPr id="3" name="文本占位符 1"/>
          <p:cNvSpPr>
            <a:spLocks noGrp="1"/>
          </p:cNvSpPr>
          <p:nvPr>
            <p:custDataLst>
              <p:tags r:id="rId4"/>
            </p:custDataLst>
          </p:nvPr>
        </p:nvSpPr>
        <p:spPr>
          <a:xfrm>
            <a:off x="4724400" y="3775075"/>
            <a:ext cx="3779520" cy="641985"/>
          </a:xfrm>
        </p:spPr>
        <p:txBody>
          <a:bodyPr wrap="square" tIns="90170" bIns="90170" anchor="t" anchorCtr="0">
            <a:spAutoFit/>
          </a:bodyPr>
          <a:lstStyle>
            <a:lvl1pPr marL="0" indent="0" algn="l">
              <a:buNone/>
              <a:defRPr sz="3000" b="0">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olidFill>
                  <a:srgbClr val="333333"/>
                </a:solidFill>
                <a:latin typeface="思源黑体 CN Regular" panose="020B0500000000000000" charset="-122"/>
                <a:ea typeface="思源黑体 CN Regular" panose="020B0500000000000000" charset="-122"/>
              </a:rPr>
              <a:t>添加正文内容</a:t>
            </a:r>
            <a:endParaRPr lang="zh-CN" altLang="en-US" dirty="0">
              <a:solidFill>
                <a:srgbClr val="333333"/>
              </a:solidFill>
              <a:latin typeface="思源黑体 CN Regular" panose="020B0500000000000000" charset="-122"/>
              <a:ea typeface="思源黑体 CN Regular" panose="020B0500000000000000" charset="-122"/>
            </a:endParaRPr>
          </a:p>
        </p:txBody>
      </p:sp>
      <p:sp>
        <p:nvSpPr>
          <p:cNvPr id="2" name="椭圆 1"/>
          <p:cNvSpPr/>
          <p:nvPr userDrawn="1">
            <p:custDataLst>
              <p:tags r:id="rId5"/>
            </p:custDataLst>
          </p:nvPr>
        </p:nvSpPr>
        <p:spPr>
          <a:xfrm>
            <a:off x="3559175" y="4860290"/>
            <a:ext cx="990600" cy="990600"/>
          </a:xfrm>
          <a:prstGeom prst="ellipse">
            <a:avLst/>
          </a:prstGeom>
          <a:solidFill>
            <a:srgbClr val="FF841E">
              <a:alpha val="92000"/>
            </a:srgbClr>
          </a:solidFill>
          <a:ln w="5080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60B6E2"/>
              </a:solidFill>
              <a:sym typeface="+mn-ea"/>
            </a:endParaRPr>
          </a:p>
        </p:txBody>
      </p:sp>
      <p:sp>
        <p:nvSpPr>
          <p:cNvPr id="6" name="文本框 5"/>
          <p:cNvSpPr txBox="1"/>
          <p:nvPr userDrawn="1">
            <p:custDataLst>
              <p:tags r:id="rId6"/>
            </p:custDataLst>
          </p:nvPr>
        </p:nvSpPr>
        <p:spPr>
          <a:xfrm>
            <a:off x="3559175" y="5063490"/>
            <a:ext cx="990600" cy="583565"/>
          </a:xfrm>
          <a:prstGeom prst="rect">
            <a:avLst/>
          </a:prstGeom>
          <a:noFill/>
        </p:spPr>
        <p:txBody>
          <a:bodyPr wrap="square" rtlCol="0">
            <a:spAutoFit/>
          </a:bodyPr>
          <a:p>
            <a:pPr algn="ctr" fontAlgn="auto"/>
            <a:r>
              <a:rPr lang="en-US" altLang="zh-CN" sz="3200" b="1" spc="200" noProof="1" dirty="0">
                <a:solidFill>
                  <a:schemeClr val="bg1"/>
                </a:solidFill>
                <a:latin typeface="Arial" panose="020B0604020202020204" pitchFamily="34" charset="0"/>
                <a:ea typeface="思源黑体 CN Regular" panose="020B0500000000000000" charset="-122"/>
                <a:cs typeface="Arial" panose="020B0604020202020204" pitchFamily="34" charset="0"/>
              </a:rPr>
              <a:t>04</a:t>
            </a:r>
            <a:endParaRPr lang="en-US" altLang="zh-CN" sz="3200" b="1" spc="200" noProof="1" dirty="0">
              <a:solidFill>
                <a:schemeClr val="bg1"/>
              </a:solidFill>
              <a:latin typeface="Arial" panose="020B0604020202020204" pitchFamily="34" charset="0"/>
              <a:ea typeface="思源黑体 CN Regular" panose="020B0500000000000000" charset="-122"/>
              <a:cs typeface="Arial" panose="020B0604020202020204" pitchFamily="34" charset="0"/>
            </a:endParaRPr>
          </a:p>
        </p:txBody>
      </p:sp>
      <p:sp>
        <p:nvSpPr>
          <p:cNvPr id="7" name="文本占位符 13"/>
          <p:cNvSpPr>
            <a:spLocks noGrp="1"/>
          </p:cNvSpPr>
          <p:nvPr userDrawn="1">
            <p:custDataLst>
              <p:tags r:id="rId7"/>
            </p:custDataLst>
          </p:nvPr>
        </p:nvSpPr>
        <p:spPr>
          <a:xfrm>
            <a:off x="4724400" y="5096510"/>
            <a:ext cx="3779520" cy="641985"/>
          </a:xfrm>
        </p:spPr>
        <p:txBody>
          <a:bodyPr wrap="square" tIns="90170" bIns="90170" anchor="t" anchorCtr="0">
            <a:spAutoFit/>
          </a:bodyPr>
          <a:lstStyle>
            <a:lvl1pPr marL="0" indent="0" algn="l">
              <a:buNone/>
              <a:defRPr sz="3000" b="0">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olidFill>
                  <a:srgbClr val="333333"/>
                </a:solidFill>
                <a:latin typeface="思源黑体 CN Regular" panose="020B0500000000000000" charset="-122"/>
                <a:ea typeface="思源黑体 CN Regular" panose="020B0500000000000000" charset="-122"/>
              </a:rPr>
              <a:t>添加正文内容</a:t>
            </a:r>
            <a:endParaRPr lang="zh-CN" altLang="en-US" dirty="0">
              <a:solidFill>
                <a:srgbClr val="333333"/>
              </a:solidFill>
              <a:latin typeface="思源黑体 CN Regular" panose="020B0500000000000000" charset="-122"/>
              <a:ea typeface="思源黑体 CN Regular" panose="020B0500000000000000" charset="-122"/>
            </a:endParaRPr>
          </a:p>
        </p:txBody>
      </p:sp>
      <p:sp>
        <p:nvSpPr>
          <p:cNvPr id="8" name="椭圆 7"/>
          <p:cNvSpPr/>
          <p:nvPr userDrawn="1">
            <p:custDataLst>
              <p:tags r:id="rId8"/>
            </p:custDataLst>
          </p:nvPr>
        </p:nvSpPr>
        <p:spPr>
          <a:xfrm>
            <a:off x="3559175" y="905510"/>
            <a:ext cx="990600" cy="990600"/>
          </a:xfrm>
          <a:prstGeom prst="ellipse">
            <a:avLst/>
          </a:prstGeom>
          <a:solidFill>
            <a:srgbClr val="0FAF9B">
              <a:alpha val="92000"/>
            </a:srgbClr>
          </a:solidFill>
          <a:ln w="5080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60B6E2"/>
              </a:solidFill>
              <a:sym typeface="+mn-ea"/>
            </a:endParaRPr>
          </a:p>
        </p:txBody>
      </p:sp>
      <p:sp>
        <p:nvSpPr>
          <p:cNvPr id="9" name="文本框 8"/>
          <p:cNvSpPr txBox="1"/>
          <p:nvPr userDrawn="1">
            <p:custDataLst>
              <p:tags r:id="rId9"/>
            </p:custDataLst>
          </p:nvPr>
        </p:nvSpPr>
        <p:spPr>
          <a:xfrm>
            <a:off x="3559175" y="1108710"/>
            <a:ext cx="990600" cy="583565"/>
          </a:xfrm>
          <a:prstGeom prst="rect">
            <a:avLst/>
          </a:prstGeom>
          <a:noFill/>
        </p:spPr>
        <p:txBody>
          <a:bodyPr wrap="square" rtlCol="0">
            <a:spAutoFit/>
          </a:bodyPr>
          <a:p>
            <a:pPr algn="ctr" fontAlgn="auto"/>
            <a:r>
              <a:rPr lang="en-US" altLang="zh-CN" sz="3200" b="1" spc="200" noProof="1" dirty="0">
                <a:solidFill>
                  <a:schemeClr val="bg1"/>
                </a:solidFill>
                <a:latin typeface="Arial" panose="020B0604020202020204" pitchFamily="34" charset="0"/>
                <a:ea typeface="思源黑体 CN Regular" panose="020B0500000000000000" charset="-122"/>
                <a:cs typeface="Arial" panose="020B0604020202020204" pitchFamily="34" charset="0"/>
              </a:rPr>
              <a:t>01</a:t>
            </a:r>
            <a:endParaRPr lang="en-US" altLang="zh-CN" sz="3200" b="1" spc="200" noProof="1" dirty="0">
              <a:solidFill>
                <a:schemeClr val="bg1"/>
              </a:solidFill>
              <a:latin typeface="Arial" panose="020B0604020202020204" pitchFamily="34" charset="0"/>
              <a:ea typeface="思源黑体 CN Regular" panose="020B0500000000000000" charset="-122"/>
              <a:cs typeface="Arial" panose="020B0604020202020204" pitchFamily="34" charset="0"/>
            </a:endParaRPr>
          </a:p>
        </p:txBody>
      </p:sp>
      <p:sp>
        <p:nvSpPr>
          <p:cNvPr id="10" name="文本占位符 15"/>
          <p:cNvSpPr>
            <a:spLocks noGrp="1"/>
          </p:cNvSpPr>
          <p:nvPr userDrawn="1">
            <p:custDataLst>
              <p:tags r:id="rId10"/>
            </p:custDataLst>
          </p:nvPr>
        </p:nvSpPr>
        <p:spPr>
          <a:xfrm>
            <a:off x="4724400" y="1132205"/>
            <a:ext cx="4113530" cy="641985"/>
          </a:xfrm>
        </p:spPr>
        <p:txBody>
          <a:bodyPr wrap="square" tIns="90170" bIns="90170" anchor="t" anchorCtr="0">
            <a:spAutoFit/>
          </a:bodyPr>
          <a:lstStyle>
            <a:lvl1pPr marL="0" indent="0" algn="l">
              <a:buNone/>
              <a:defRPr sz="3000" b="0">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olidFill>
                  <a:srgbClr val="333333"/>
                </a:solidFill>
                <a:latin typeface="思源黑体 CN Regular" panose="020B0500000000000000" charset="-122"/>
                <a:ea typeface="思源黑体 CN Regular" panose="020B0500000000000000" charset="-122"/>
              </a:rPr>
              <a:t>添加正文内容</a:t>
            </a:r>
            <a:endParaRPr lang="zh-CN" altLang="en-US" dirty="0">
              <a:solidFill>
                <a:srgbClr val="333333"/>
              </a:solidFill>
              <a:latin typeface="思源黑体 CN Regular" panose="020B0500000000000000" charset="-122"/>
              <a:ea typeface="思源黑体 CN Regular" panose="020B0500000000000000" charset="-122"/>
            </a:endParaRPr>
          </a:p>
        </p:txBody>
      </p:sp>
      <p:sp>
        <p:nvSpPr>
          <p:cNvPr id="18" name="椭圆 17"/>
          <p:cNvSpPr/>
          <p:nvPr userDrawn="1">
            <p:custDataLst>
              <p:tags r:id="rId11"/>
            </p:custDataLst>
          </p:nvPr>
        </p:nvSpPr>
        <p:spPr>
          <a:xfrm>
            <a:off x="3559175" y="2223770"/>
            <a:ext cx="990600" cy="990600"/>
          </a:xfrm>
          <a:prstGeom prst="ellipse">
            <a:avLst/>
          </a:prstGeom>
          <a:solidFill>
            <a:srgbClr val="FF841E">
              <a:alpha val="92000"/>
            </a:srgbClr>
          </a:solidFill>
          <a:ln w="5080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60B6E2"/>
              </a:solidFill>
              <a:sym typeface="+mn-ea"/>
            </a:endParaRPr>
          </a:p>
        </p:txBody>
      </p:sp>
      <p:sp>
        <p:nvSpPr>
          <p:cNvPr id="19" name="文本框 18"/>
          <p:cNvSpPr txBox="1"/>
          <p:nvPr userDrawn="1">
            <p:custDataLst>
              <p:tags r:id="rId12"/>
            </p:custDataLst>
          </p:nvPr>
        </p:nvSpPr>
        <p:spPr>
          <a:xfrm>
            <a:off x="3559175" y="2426970"/>
            <a:ext cx="990600" cy="583565"/>
          </a:xfrm>
          <a:prstGeom prst="rect">
            <a:avLst/>
          </a:prstGeom>
          <a:noFill/>
        </p:spPr>
        <p:txBody>
          <a:bodyPr wrap="square" rtlCol="0">
            <a:spAutoFit/>
          </a:bodyPr>
          <a:p>
            <a:pPr algn="ctr" fontAlgn="auto"/>
            <a:r>
              <a:rPr lang="en-US" altLang="zh-CN" sz="3200" b="1" spc="200" noProof="1" dirty="0">
                <a:solidFill>
                  <a:schemeClr val="bg1"/>
                </a:solidFill>
                <a:latin typeface="Arial" panose="020B0604020202020204" pitchFamily="34" charset="0"/>
                <a:ea typeface="思源黑体 CN Regular" panose="020B0500000000000000" charset="-122"/>
                <a:cs typeface="Arial" panose="020B0604020202020204" pitchFamily="34" charset="0"/>
              </a:rPr>
              <a:t>02</a:t>
            </a:r>
            <a:endParaRPr lang="en-US" altLang="zh-CN" sz="3200" b="1" spc="200" noProof="1" dirty="0">
              <a:solidFill>
                <a:schemeClr val="bg1"/>
              </a:solidFill>
              <a:latin typeface="Arial" panose="020B0604020202020204" pitchFamily="34" charset="0"/>
              <a:ea typeface="思源黑体 CN Regular" panose="020B0500000000000000" charset="-122"/>
              <a:cs typeface="Arial" panose="020B0604020202020204" pitchFamily="34" charset="0"/>
            </a:endParaRPr>
          </a:p>
        </p:txBody>
      </p:sp>
      <p:sp>
        <p:nvSpPr>
          <p:cNvPr id="21" name="文本占位符 16"/>
          <p:cNvSpPr>
            <a:spLocks noGrp="1"/>
          </p:cNvSpPr>
          <p:nvPr userDrawn="1">
            <p:custDataLst>
              <p:tags r:id="rId13"/>
            </p:custDataLst>
          </p:nvPr>
        </p:nvSpPr>
        <p:spPr>
          <a:xfrm>
            <a:off x="4724400" y="2477770"/>
            <a:ext cx="3779520" cy="641985"/>
          </a:xfrm>
        </p:spPr>
        <p:txBody>
          <a:bodyPr wrap="square" tIns="90170" bIns="90170" anchor="t" anchorCtr="0">
            <a:spAutoFit/>
          </a:bodyPr>
          <a:lstStyle>
            <a:lvl1pPr marL="0" indent="0" algn="l">
              <a:buNone/>
              <a:defRPr sz="3000" b="0">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olidFill>
                  <a:srgbClr val="333333"/>
                </a:solidFill>
                <a:latin typeface="思源黑体 CN Regular" panose="020B0500000000000000" charset="-122"/>
                <a:ea typeface="思源黑体 CN Regular" panose="020B0500000000000000" charset="-122"/>
              </a:rPr>
              <a:t>添加正文内容</a:t>
            </a:r>
            <a:endParaRPr lang="zh-CN" altLang="en-US" dirty="0">
              <a:solidFill>
                <a:srgbClr val="333333"/>
              </a:solidFill>
              <a:latin typeface="思源黑体 CN Regular" panose="020B0500000000000000" charset="-122"/>
              <a:ea typeface="思源黑体 CN Regular" panose="020B05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占位符 7"/>
          <p:cNvSpPr>
            <a:spLocks noGrp="1"/>
          </p:cNvSpPr>
          <p:nvPr>
            <p:custDataLst>
              <p:tags r:id="rId1"/>
            </p:custDataLst>
          </p:nvPr>
        </p:nvSpPr>
        <p:spPr>
          <a:xfrm>
            <a:off x="752475" y="1363980"/>
            <a:ext cx="4745990" cy="567055"/>
          </a:xfrm>
        </p:spPr>
        <p:txBody>
          <a:bodyPr tIns="90170" bIns="90170" anchor="t" anchorCtr="0">
            <a:normAutofit/>
          </a:bodyPr>
          <a:lstStyle>
            <a:lvl1pPr marL="0" indent="0" algn="l">
              <a:buNone/>
              <a:defRPr sz="2600" b="1">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lnSpc>
                <a:spcPct val="100000"/>
              </a:lnSpc>
            </a:pPr>
            <a:r>
              <a:rPr lang="zh-CN" altLang="en-US" sz="2200" b="0" dirty="0">
                <a:solidFill>
                  <a:srgbClr val="333333"/>
                </a:solidFill>
                <a:latin typeface="思源黑体 CN Bold" panose="020B0800000000000000" charset="-122"/>
                <a:ea typeface="思源黑体 CN Bold" panose="020B0800000000000000" charset="-122"/>
              </a:rPr>
              <a:t>添加小标题</a:t>
            </a:r>
            <a:endParaRPr lang="zh-CN" altLang="en-US" sz="2200" b="0" dirty="0">
              <a:solidFill>
                <a:srgbClr val="333333"/>
              </a:solidFill>
              <a:latin typeface="思源黑体 CN Bold" panose="020B0800000000000000" charset="-122"/>
              <a:ea typeface="思源黑体 CN Bold" panose="020B0800000000000000" charset="-122"/>
            </a:endParaRPr>
          </a:p>
        </p:txBody>
      </p:sp>
      <p:sp>
        <p:nvSpPr>
          <p:cNvPr id="10" name="文本占位符 9"/>
          <p:cNvSpPr>
            <a:spLocks noGrp="1"/>
          </p:cNvSpPr>
          <p:nvPr>
            <p:custDataLst>
              <p:tags r:id="rId2"/>
            </p:custDataLst>
          </p:nvPr>
        </p:nvSpPr>
        <p:spPr>
          <a:xfrm>
            <a:off x="752475" y="2079625"/>
            <a:ext cx="4734560" cy="3077210"/>
          </a:xfrm>
        </p:spPr>
        <p:txBody>
          <a:bodyPr tIns="90170" bIns="90170" anchor="t" anchorCtr="0"/>
          <a:lstStyle>
            <a:lvl1pPr marL="0" indent="0" algn="l" eaLnBrk="1" fontAlgn="auto" latinLnBrk="0" hangingPunct="1">
              <a:buSzPct val="80000"/>
              <a:buFont typeface="+mj-lt"/>
              <a:buNone/>
              <a:defRPr sz="2000" b="0">
                <a:solidFill>
                  <a:schemeClr val="bg2">
                    <a:lumMod val="25000"/>
                  </a:schemeClr>
                </a:solidFill>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lnSpc>
                <a:spcPct val="130000"/>
              </a:lnSpc>
            </a:pPr>
            <a:r>
              <a:rPr lang="en-US" altLang="zh-CN" sz="1600" dirty="0">
                <a:solidFill>
                  <a:srgbClr val="666666"/>
                </a:solidFill>
                <a:latin typeface="思源黑体 CN Regular" panose="020B0500000000000000" charset="-122"/>
                <a:ea typeface="思源黑体 CN Regular" panose="020B0500000000000000" charset="-122"/>
              </a:rPr>
              <a:t>      </a:t>
            </a:r>
            <a:r>
              <a:rPr lang="zh-CN" altLang="en-US" sz="1600" dirty="0">
                <a:solidFill>
                  <a:srgbClr val="666666"/>
                </a:solidFill>
                <a:latin typeface="思源黑体 CN Regular" panose="020B0500000000000000" charset="-122"/>
                <a:ea typeface="思源黑体 CN Regular" panose="020B0500000000000000" charset="-122"/>
              </a:rPr>
              <a:t>正文内容介绍</a:t>
            </a:r>
            <a:r>
              <a:rPr lang="zh-CN" altLang="en-US" sz="1600" dirty="0">
                <a:solidFill>
                  <a:srgbClr val="666666"/>
                </a:solidFill>
                <a:latin typeface="思源黑体 CN Regular" panose="020B0500000000000000" charset="-122"/>
                <a:ea typeface="思源黑体 CN Regular" panose="020B0500000000000000" charset="-122"/>
                <a:sym typeface="+mn-ea"/>
              </a:rPr>
              <a:t>正文内容介绍正文内容介绍正文内容介绍正文内容介绍正文内容介绍正文内容介绍正文内容介绍正文内容介绍正文内容介绍正文内容介绍正文内容介绍正文内容介绍正文内容介绍正文内容介绍正文内容介绍。</a:t>
            </a:r>
            <a:endParaRPr lang="zh-CN" altLang="en-US" sz="1600" dirty="0">
              <a:solidFill>
                <a:srgbClr val="666666"/>
              </a:solidFill>
              <a:latin typeface="思源黑体 CN Regular" panose="020B0500000000000000" charset="-122"/>
              <a:ea typeface="思源黑体 CN Regular" panose="020B0500000000000000" charset="-122"/>
              <a:sym typeface="+mn-ea"/>
            </a:endParaRPr>
          </a:p>
          <a:p>
            <a:pPr lvl="0">
              <a:lnSpc>
                <a:spcPct val="130000"/>
              </a:lnSpc>
            </a:pPr>
            <a:endParaRPr lang="zh-CN" altLang="en-US" sz="1600" dirty="0">
              <a:solidFill>
                <a:srgbClr val="666666"/>
              </a:solidFill>
              <a:latin typeface="思源黑体 CN Regular" panose="020B0500000000000000" charset="-122"/>
              <a:ea typeface="思源黑体 CN Regular" panose="020B0500000000000000" charset="-122"/>
              <a:sym typeface="+mn-ea"/>
            </a:endParaRPr>
          </a:p>
          <a:p>
            <a:pPr lvl="0">
              <a:lnSpc>
                <a:spcPct val="130000"/>
              </a:lnSpc>
            </a:pPr>
            <a:r>
              <a:rPr lang="en-US" altLang="zh-CN" sz="1600" dirty="0">
                <a:solidFill>
                  <a:srgbClr val="666666"/>
                </a:solidFill>
                <a:latin typeface="思源黑体 CN Regular" panose="020B0500000000000000" charset="-122"/>
                <a:ea typeface="思源黑体 CN Regular" panose="020B0500000000000000" charset="-122"/>
                <a:sym typeface="+mn-ea"/>
              </a:rPr>
              <a:t>      </a:t>
            </a:r>
            <a:r>
              <a:rPr lang="zh-CN" altLang="en-US" sz="1600" dirty="0">
                <a:solidFill>
                  <a:srgbClr val="666666"/>
                </a:solidFill>
                <a:latin typeface="思源黑体 CN Regular" panose="020B0500000000000000" charset="-122"/>
                <a:ea typeface="思源黑体 CN Regular" panose="020B0500000000000000" charset="-122"/>
                <a:sym typeface="+mn-ea"/>
              </a:rPr>
              <a:t>正文内容介绍正文内容介绍正文内容介绍正文内容介绍正文内容介绍正文内容介绍正文内容介绍正文内容介绍正文内容介绍正文内容介绍。</a:t>
            </a:r>
            <a:endParaRPr lang="zh-CN" altLang="en-US" sz="1600" dirty="0">
              <a:solidFill>
                <a:srgbClr val="666666"/>
              </a:solidFill>
              <a:latin typeface="思源黑体 CN Regular" panose="020B0500000000000000" charset="-122"/>
              <a:ea typeface="思源黑体 CN Regular" panose="020B0500000000000000" charset="-122"/>
            </a:endParaRPr>
          </a:p>
          <a:p>
            <a:pPr lvl="0">
              <a:lnSpc>
                <a:spcPct val="130000"/>
              </a:lnSpc>
            </a:pPr>
            <a:endParaRPr lang="zh-CN" altLang="en-US" sz="1600" dirty="0">
              <a:solidFill>
                <a:srgbClr val="666666"/>
              </a:solidFill>
              <a:latin typeface="思源黑体 CN Regular" panose="020B0500000000000000" charset="-122"/>
              <a:ea typeface="思源黑体 CN Regular" panose="020B0500000000000000" charset="-122"/>
            </a:endParaRPr>
          </a:p>
          <a:p>
            <a:pPr lvl="0"/>
            <a:endParaRPr lang="zh-CN" altLang="en-US" sz="1600" dirty="0">
              <a:solidFill>
                <a:srgbClr val="666666"/>
              </a:solidFill>
              <a:latin typeface="思源黑体 CN Regular" panose="020B0500000000000000" charset="-122"/>
              <a:ea typeface="思源黑体 CN Regular" panose="020B0500000000000000" charset="-122"/>
            </a:endParaRPr>
          </a:p>
        </p:txBody>
      </p:sp>
      <p:sp>
        <p:nvSpPr>
          <p:cNvPr id="15" name="文本占位符 7"/>
          <p:cNvSpPr>
            <a:spLocks noGrp="1"/>
          </p:cNvSpPr>
          <p:nvPr>
            <p:custDataLst>
              <p:tags r:id="rId3"/>
            </p:custDataLst>
          </p:nvPr>
        </p:nvSpPr>
        <p:spPr>
          <a:xfrm>
            <a:off x="6442075" y="1363980"/>
            <a:ext cx="4745990" cy="567055"/>
          </a:xfrm>
        </p:spPr>
        <p:txBody>
          <a:bodyPr tIns="90170" bIns="90170" anchor="t" anchorCtr="0">
            <a:normAutofit/>
          </a:bodyPr>
          <a:lstStyle>
            <a:lvl1pPr marL="0" indent="0" algn="l">
              <a:buNone/>
              <a:defRPr sz="2600" b="1">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lnSpc>
                <a:spcPct val="100000"/>
              </a:lnSpc>
            </a:pPr>
            <a:r>
              <a:rPr lang="zh-CN" altLang="en-US" sz="2200" b="0" dirty="0">
                <a:solidFill>
                  <a:srgbClr val="333333"/>
                </a:solidFill>
                <a:latin typeface="思源黑体 CN Bold" panose="020B0800000000000000" charset="-122"/>
                <a:ea typeface="思源黑体 CN Bold" panose="020B0800000000000000" charset="-122"/>
                <a:sym typeface="+mn-ea"/>
              </a:rPr>
              <a:t>添加小标题</a:t>
            </a:r>
            <a:endParaRPr lang="zh-CN" altLang="en-US" sz="2200" b="0" dirty="0">
              <a:solidFill>
                <a:srgbClr val="333333"/>
              </a:solidFill>
              <a:latin typeface="思源黑体 CN Bold" panose="020B0800000000000000" charset="-122"/>
              <a:ea typeface="思源黑体 CN Bold" panose="020B0800000000000000" charset="-122"/>
              <a:sym typeface="+mn-ea"/>
            </a:endParaRPr>
          </a:p>
        </p:txBody>
      </p:sp>
      <p:sp>
        <p:nvSpPr>
          <p:cNvPr id="16" name="文本占位符 9"/>
          <p:cNvSpPr>
            <a:spLocks noGrp="1"/>
          </p:cNvSpPr>
          <p:nvPr>
            <p:custDataLst>
              <p:tags r:id="rId4"/>
            </p:custDataLst>
          </p:nvPr>
        </p:nvSpPr>
        <p:spPr>
          <a:xfrm>
            <a:off x="6442075" y="2079625"/>
            <a:ext cx="4734560" cy="3077210"/>
          </a:xfrm>
        </p:spPr>
        <p:txBody>
          <a:bodyPr tIns="90170" bIns="90170" anchor="t" anchorCtr="0"/>
          <a:lstStyle>
            <a:lvl1pPr marL="0" indent="0" algn="l" eaLnBrk="1" fontAlgn="auto" latinLnBrk="0" hangingPunct="1">
              <a:buSzPct val="80000"/>
              <a:buFont typeface="+mj-lt"/>
              <a:buNone/>
              <a:defRPr sz="2000" b="0">
                <a:solidFill>
                  <a:schemeClr val="bg2">
                    <a:lumMod val="25000"/>
                  </a:schemeClr>
                </a:solidFill>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lnSpc>
                <a:spcPct val="130000"/>
              </a:lnSpc>
            </a:pPr>
            <a:r>
              <a:rPr lang="en-US" altLang="zh-CN" sz="1600" dirty="0">
                <a:solidFill>
                  <a:srgbClr val="666666"/>
                </a:solidFill>
                <a:latin typeface="思源黑体 CN Regular" panose="020B0500000000000000" charset="-122"/>
                <a:ea typeface="思源黑体 CN Regular" panose="020B0500000000000000" charset="-122"/>
              </a:rPr>
              <a:t>      </a:t>
            </a:r>
            <a:r>
              <a:rPr lang="zh-CN" altLang="en-US" sz="1600" dirty="0">
                <a:solidFill>
                  <a:srgbClr val="666666"/>
                </a:solidFill>
                <a:latin typeface="思源黑体 CN Regular" panose="020B0500000000000000" charset="-122"/>
                <a:ea typeface="思源黑体 CN Regular" panose="020B0500000000000000" charset="-122"/>
              </a:rPr>
              <a:t>正文内容介绍</a:t>
            </a:r>
            <a:r>
              <a:rPr lang="zh-CN" altLang="en-US" sz="1600" dirty="0">
                <a:solidFill>
                  <a:srgbClr val="666666"/>
                </a:solidFill>
                <a:latin typeface="思源黑体 CN Regular" panose="020B0500000000000000" charset="-122"/>
                <a:ea typeface="思源黑体 CN Regular" panose="020B0500000000000000" charset="-122"/>
                <a:sym typeface="+mn-ea"/>
              </a:rPr>
              <a:t>正文内容介绍正文内容介绍正文内容介绍正文内容介绍正文内容介绍正文内容介绍正文内容介绍正文内容介绍正文内容介绍正文内容介绍正文内容介绍正文内容介绍正文内容介绍正文内容介绍正文内容介绍。</a:t>
            </a:r>
            <a:endParaRPr lang="zh-CN" altLang="en-US" sz="1600" dirty="0">
              <a:solidFill>
                <a:srgbClr val="666666"/>
              </a:solidFill>
              <a:latin typeface="思源黑体 CN Regular" panose="020B0500000000000000" charset="-122"/>
              <a:ea typeface="思源黑体 CN Regular" panose="020B0500000000000000" charset="-122"/>
              <a:sym typeface="+mn-ea"/>
            </a:endParaRPr>
          </a:p>
          <a:p>
            <a:pPr lvl="0">
              <a:lnSpc>
                <a:spcPct val="130000"/>
              </a:lnSpc>
            </a:pPr>
            <a:endParaRPr lang="zh-CN" altLang="en-US" sz="1600" dirty="0">
              <a:solidFill>
                <a:srgbClr val="666666"/>
              </a:solidFill>
              <a:latin typeface="思源黑体 CN Regular" panose="020B0500000000000000" charset="-122"/>
              <a:ea typeface="思源黑体 CN Regular" panose="020B0500000000000000" charset="-122"/>
              <a:sym typeface="+mn-ea"/>
            </a:endParaRPr>
          </a:p>
          <a:p>
            <a:pPr lvl="0">
              <a:lnSpc>
                <a:spcPct val="130000"/>
              </a:lnSpc>
            </a:pPr>
            <a:r>
              <a:rPr lang="en-US" altLang="zh-CN" sz="1600" dirty="0">
                <a:solidFill>
                  <a:srgbClr val="666666"/>
                </a:solidFill>
                <a:latin typeface="思源黑体 CN Regular" panose="020B0500000000000000" charset="-122"/>
                <a:ea typeface="思源黑体 CN Regular" panose="020B0500000000000000" charset="-122"/>
                <a:sym typeface="+mn-ea"/>
              </a:rPr>
              <a:t>      </a:t>
            </a:r>
            <a:r>
              <a:rPr lang="zh-CN" altLang="en-US" sz="1600" dirty="0">
                <a:solidFill>
                  <a:srgbClr val="666666"/>
                </a:solidFill>
                <a:latin typeface="思源黑体 CN Regular" panose="020B0500000000000000" charset="-122"/>
                <a:ea typeface="思源黑体 CN Regular" panose="020B0500000000000000" charset="-122"/>
                <a:sym typeface="+mn-ea"/>
              </a:rPr>
              <a:t>正文内容介绍正文内容介绍正文内容介绍正文内容介绍正文内容介绍正文内容介绍正文内容介绍正文内容介绍正文内容介绍正文内容介绍。</a:t>
            </a:r>
            <a:endParaRPr lang="zh-CN" altLang="en-US" sz="1600" dirty="0">
              <a:solidFill>
                <a:srgbClr val="666666"/>
              </a:solidFill>
              <a:latin typeface="思源黑体 CN Regular" panose="020B0500000000000000" charset="-122"/>
              <a:ea typeface="思源黑体 CN Regular" panose="020B0500000000000000" charset="-122"/>
            </a:endParaRPr>
          </a:p>
          <a:p>
            <a:pPr lvl="0">
              <a:lnSpc>
                <a:spcPct val="130000"/>
              </a:lnSpc>
            </a:pPr>
            <a:endParaRPr lang="zh-CN" altLang="en-US" sz="1600" dirty="0">
              <a:solidFill>
                <a:srgbClr val="666666"/>
              </a:solidFill>
              <a:latin typeface="思源黑体 CN Regular" panose="020B0500000000000000" charset="-122"/>
              <a:ea typeface="思源黑体 CN Regular" panose="020B0500000000000000" charset="-122"/>
            </a:endParaRPr>
          </a:p>
          <a:p>
            <a:pPr lvl="0"/>
            <a:endParaRPr lang="zh-CN" altLang="en-US" sz="1600" dirty="0">
              <a:solidFill>
                <a:srgbClr val="666666"/>
              </a:solidFill>
              <a:latin typeface="思源黑体 CN Regular" panose="020B0500000000000000" charset="-122"/>
              <a:ea typeface="思源黑体 CN Regular" panose="020B0500000000000000" charset="-122"/>
            </a:endParaRPr>
          </a:p>
        </p:txBody>
      </p:sp>
      <p:sp>
        <p:nvSpPr>
          <p:cNvPr id="3" name="矩形 2"/>
          <p:cNvSpPr/>
          <p:nvPr/>
        </p:nvSpPr>
        <p:spPr>
          <a:xfrm>
            <a:off x="275590" y="182245"/>
            <a:ext cx="8514080" cy="521970"/>
          </a:xfrm>
          <a:prstGeom prst="rect">
            <a:avLst/>
          </a:prstGeom>
        </p:spPr>
        <p:txBody>
          <a:bodyPr wrap="square">
            <a:spAutoFit/>
          </a:bodyPr>
          <a:p>
            <a:r>
              <a:rPr lang="zh-CN" altLang="en-US" sz="2800" dirty="0">
                <a:solidFill>
                  <a:srgbClr val="0FAF9B"/>
                </a:solidFill>
                <a:latin typeface="思源黑体 CN Bold" panose="020B0800000000000000" charset="-122"/>
                <a:ea typeface="思源黑体 CN Bold" panose="020B0800000000000000" charset="-122"/>
                <a:sym typeface="+mn-ea"/>
              </a:rPr>
              <a:t>在这输入你的大标题</a:t>
            </a:r>
            <a:endParaRPr lang="zh-CN" altLang="en-US" sz="2800" dirty="0">
              <a:solidFill>
                <a:srgbClr val="0FAF9B"/>
              </a:solidFill>
              <a:latin typeface="思源黑体 CN Bold" panose="020B0800000000000000" charset="-122"/>
              <a:ea typeface="思源黑体 CN Bold" panose="020B0800000000000000" charset="-122"/>
              <a:sym typeface="+mn-ea"/>
            </a:endParaRPr>
          </a:p>
        </p:txBody>
      </p:sp>
      <p:sp>
        <p:nvSpPr>
          <p:cNvPr id="2" name="矩形 1"/>
          <p:cNvSpPr/>
          <p:nvPr>
            <p:custDataLst>
              <p:tags r:id="rId5"/>
            </p:custDataLst>
          </p:nvPr>
        </p:nvSpPr>
        <p:spPr>
          <a:xfrm>
            <a:off x="849630" y="1823720"/>
            <a:ext cx="288000" cy="28800"/>
          </a:xfrm>
          <a:prstGeom prst="rect">
            <a:avLst/>
          </a:prstGeom>
          <a:solidFill>
            <a:srgbClr val="FF8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custDataLst>
              <p:tags r:id="rId6"/>
            </p:custDataLst>
          </p:nvPr>
        </p:nvSpPr>
        <p:spPr>
          <a:xfrm>
            <a:off x="6548120" y="1823720"/>
            <a:ext cx="288000" cy="28800"/>
          </a:xfrm>
          <a:prstGeom prst="rect">
            <a:avLst/>
          </a:prstGeom>
          <a:solidFill>
            <a:srgbClr val="FF8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5590" y="182245"/>
            <a:ext cx="7586980" cy="521970"/>
          </a:xfrm>
          <a:prstGeom prst="rect">
            <a:avLst/>
          </a:prstGeom>
        </p:spPr>
        <p:txBody>
          <a:bodyPr wrap="square">
            <a:spAutoFit/>
          </a:bodyPr>
          <a:p>
            <a:pPr lvl="0" algn="l">
              <a:buClrTx/>
              <a:buSzTx/>
              <a:buFontTx/>
            </a:pPr>
            <a:r>
              <a:rPr lang="zh-CN" altLang="en-US" sz="2800" dirty="0">
                <a:solidFill>
                  <a:srgbClr val="0FAF9B"/>
                </a:solidFill>
                <a:latin typeface="思源黑体 CN Bold" panose="020B0800000000000000" charset="-122"/>
                <a:ea typeface="思源黑体 CN Bold" panose="020B0800000000000000" charset="-122"/>
                <a:sym typeface="+mn-ea"/>
              </a:rPr>
              <a:t>在这输入你的大标题</a:t>
            </a:r>
            <a:endParaRPr lang="zh-CN" altLang="en-US" sz="2800" dirty="0">
              <a:solidFill>
                <a:srgbClr val="0FAF9B"/>
              </a:solidFill>
              <a:latin typeface="思源黑体 CN Bold" panose="020B0800000000000000" charset="-122"/>
              <a:ea typeface="思源黑体 CN Bold" panose="020B0800000000000000" charset="-122"/>
              <a:sym typeface="+mn-ea"/>
            </a:endParaRPr>
          </a:p>
        </p:txBody>
      </p:sp>
      <p:sp>
        <p:nvSpPr>
          <p:cNvPr id="14" name="文本占位符 7"/>
          <p:cNvSpPr>
            <a:spLocks noGrp="1"/>
          </p:cNvSpPr>
          <p:nvPr/>
        </p:nvSpPr>
        <p:spPr>
          <a:xfrm>
            <a:off x="679133" y="1121410"/>
            <a:ext cx="4745990" cy="567055"/>
          </a:xfrm>
        </p:spPr>
        <p:txBody>
          <a:bodyPr tIns="90170" bIns="90170" anchor="t" anchorCtr="0">
            <a:normAutofit/>
          </a:bodyPr>
          <a:lstStyle>
            <a:lvl1pPr marL="0" indent="0" algn="l">
              <a:buNone/>
              <a:defRPr sz="2600" b="1">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lnSpc>
                <a:spcPct val="100000"/>
              </a:lnSpc>
            </a:pPr>
            <a:r>
              <a:rPr lang="zh-CN" altLang="en-US" sz="2200" b="0" dirty="0">
                <a:solidFill>
                  <a:srgbClr val="333333"/>
                </a:solidFill>
                <a:latin typeface="思源黑体 CN Bold" panose="020B0800000000000000" charset="-122"/>
                <a:ea typeface="思源黑体 CN Bold" panose="020B0800000000000000" charset="-122"/>
              </a:rPr>
              <a:t>添加小标题</a:t>
            </a:r>
            <a:endParaRPr lang="zh-CN" altLang="en-US" sz="2200" b="0" dirty="0">
              <a:solidFill>
                <a:srgbClr val="333333"/>
              </a:solidFill>
              <a:latin typeface="思源黑体 CN Bold" panose="020B0800000000000000" charset="-122"/>
              <a:ea typeface="思源黑体 CN Bold" panose="020B0800000000000000" charset="-122"/>
            </a:endParaRPr>
          </a:p>
        </p:txBody>
      </p:sp>
      <p:sp>
        <p:nvSpPr>
          <p:cNvPr id="15" name="文本占位符 9"/>
          <p:cNvSpPr>
            <a:spLocks noGrp="1"/>
          </p:cNvSpPr>
          <p:nvPr/>
        </p:nvSpPr>
        <p:spPr>
          <a:xfrm>
            <a:off x="679450" y="1694815"/>
            <a:ext cx="10833735" cy="1852295"/>
          </a:xfrm>
        </p:spPr>
        <p:txBody>
          <a:bodyPr tIns="90170" bIns="90170" anchor="t" anchorCtr="0"/>
          <a:lstStyle>
            <a:lvl1pPr marL="0" indent="0" algn="l" eaLnBrk="1" fontAlgn="auto" latinLnBrk="0" hangingPunct="1">
              <a:buSzPct val="80000"/>
              <a:buFont typeface="+mj-lt"/>
              <a:buNone/>
              <a:defRPr sz="2000" b="0">
                <a:solidFill>
                  <a:schemeClr val="bg2">
                    <a:lumMod val="25000"/>
                  </a:schemeClr>
                </a:solidFill>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lnSpc>
                <a:spcPct val="130000"/>
              </a:lnSpc>
            </a:pPr>
            <a:r>
              <a:rPr lang="en-US" altLang="zh-CN" sz="1600" dirty="0">
                <a:solidFill>
                  <a:srgbClr val="666666"/>
                </a:solidFill>
                <a:latin typeface="思源黑体 CN Regular" panose="020B0500000000000000" charset="-122"/>
                <a:ea typeface="思源黑体 CN Regular" panose="020B0500000000000000" charset="-122"/>
              </a:rPr>
              <a:t>      </a:t>
            </a:r>
            <a:r>
              <a:rPr lang="zh-CN" altLang="en-US" sz="1600" dirty="0">
                <a:solidFill>
                  <a:srgbClr val="666666"/>
                </a:solidFill>
                <a:latin typeface="思源黑体 CN Regular" panose="020B0500000000000000" charset="-122"/>
                <a:ea typeface="思源黑体 CN Regular" panose="020B0500000000000000" charset="-122"/>
              </a:rPr>
              <a:t>正文内容介绍</a:t>
            </a:r>
            <a:r>
              <a:rPr lang="zh-CN" altLang="en-US" sz="1600" dirty="0">
                <a:solidFill>
                  <a:srgbClr val="666666"/>
                </a:solidFill>
                <a:latin typeface="思源黑体 CN Regular" panose="020B0500000000000000" charset="-122"/>
                <a:ea typeface="思源黑体 CN Regular" panose="020B0500000000000000" charset="-122"/>
                <a:sym typeface="+mn-ea"/>
              </a:rPr>
              <a:t>正文内容介绍正文内容介绍正文内容介绍正文内容介绍正文内容介绍正文内容介绍正文内容介绍正文内容介绍正文内容介绍正文内容介绍正文内容介绍正文内容介绍正文内容介绍正文内容介绍正文内容介绍。</a:t>
            </a:r>
            <a:endParaRPr lang="zh-CN" altLang="en-US" sz="1600" dirty="0">
              <a:solidFill>
                <a:srgbClr val="666666"/>
              </a:solidFill>
              <a:latin typeface="思源黑体 CN Regular" panose="020B0500000000000000" charset="-122"/>
              <a:ea typeface="思源黑体 CN Regular" panose="020B0500000000000000" charset="-122"/>
              <a:sym typeface="+mn-ea"/>
            </a:endParaRPr>
          </a:p>
          <a:p>
            <a:pPr lvl="0">
              <a:lnSpc>
                <a:spcPct val="130000"/>
              </a:lnSpc>
            </a:pPr>
            <a:endParaRPr lang="zh-CN" altLang="en-US" sz="1600" dirty="0">
              <a:solidFill>
                <a:srgbClr val="666666"/>
              </a:solidFill>
              <a:latin typeface="思源黑体 CN Regular" panose="020B0500000000000000" charset="-122"/>
              <a:ea typeface="思源黑体 CN Regular" panose="020B0500000000000000" charset="-122"/>
              <a:sym typeface="+mn-ea"/>
            </a:endParaRPr>
          </a:p>
          <a:p>
            <a:pPr lvl="0">
              <a:lnSpc>
                <a:spcPct val="130000"/>
              </a:lnSpc>
            </a:pPr>
            <a:r>
              <a:rPr lang="en-US" altLang="zh-CN" sz="1600" dirty="0">
                <a:solidFill>
                  <a:srgbClr val="666666"/>
                </a:solidFill>
                <a:latin typeface="思源黑体 CN Regular" panose="020B0500000000000000" charset="-122"/>
                <a:ea typeface="思源黑体 CN Regular" panose="020B0500000000000000" charset="-122"/>
                <a:sym typeface="+mn-ea"/>
              </a:rPr>
              <a:t>      </a:t>
            </a:r>
            <a:r>
              <a:rPr lang="zh-CN" altLang="en-US" sz="1600" dirty="0">
                <a:solidFill>
                  <a:srgbClr val="666666"/>
                </a:solidFill>
                <a:latin typeface="思源黑体 CN Regular" panose="020B0500000000000000" charset="-122"/>
                <a:ea typeface="思源黑体 CN Regular" panose="020B0500000000000000" charset="-122"/>
                <a:sym typeface="+mn-ea"/>
              </a:rPr>
              <a:t>正文内容介绍正文内容介绍正文内容介绍正文内容介绍正文内容介绍正文内容介绍正文内容介绍正文内容介绍正文内容介绍正文内容介绍。</a:t>
            </a:r>
            <a:endParaRPr lang="zh-CN" altLang="en-US" sz="1600" dirty="0">
              <a:solidFill>
                <a:srgbClr val="666666"/>
              </a:solidFill>
              <a:latin typeface="思源黑体 CN Regular" panose="020B0500000000000000" charset="-122"/>
              <a:ea typeface="思源黑体 CN Regular" panose="020B0500000000000000" charset="-122"/>
            </a:endParaRPr>
          </a:p>
          <a:p>
            <a:pPr lvl="0">
              <a:lnSpc>
                <a:spcPct val="130000"/>
              </a:lnSpc>
            </a:pPr>
            <a:endParaRPr lang="zh-CN" altLang="en-US" sz="1600" dirty="0">
              <a:solidFill>
                <a:srgbClr val="666666"/>
              </a:solidFill>
              <a:latin typeface="思源黑体 CN Regular" panose="020B0500000000000000" charset="-122"/>
              <a:ea typeface="思源黑体 CN Regular" panose="020B0500000000000000" charset="-122"/>
            </a:endParaRPr>
          </a:p>
          <a:p>
            <a:pPr lvl="0"/>
            <a:endParaRPr lang="zh-CN" altLang="en-US" sz="1600" dirty="0">
              <a:solidFill>
                <a:srgbClr val="666666"/>
              </a:solidFill>
              <a:latin typeface="思源黑体 CN Regular" panose="020B0500000000000000" charset="-122"/>
              <a:ea typeface="思源黑体 CN Regular" panose="020B0500000000000000" charset="-122"/>
            </a:endParaRPr>
          </a:p>
        </p:txBody>
      </p:sp>
      <p:grpSp>
        <p:nvGrpSpPr>
          <p:cNvPr id="11" name="组合 10"/>
          <p:cNvGrpSpPr/>
          <p:nvPr/>
        </p:nvGrpSpPr>
        <p:grpSpPr>
          <a:xfrm>
            <a:off x="725170" y="3698875"/>
            <a:ext cx="3489960" cy="2262505"/>
            <a:chOff x="1142" y="5660"/>
            <a:chExt cx="5496" cy="3563"/>
          </a:xfrm>
        </p:grpSpPr>
        <p:sp>
          <p:nvSpPr>
            <p:cNvPr id="38" name="矩形 37"/>
            <p:cNvSpPr/>
            <p:nvPr/>
          </p:nvSpPr>
          <p:spPr>
            <a:xfrm>
              <a:off x="1142" y="5660"/>
              <a:ext cx="5496" cy="35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文本框 39"/>
            <p:cNvSpPr txBox="1"/>
            <p:nvPr/>
          </p:nvSpPr>
          <p:spPr>
            <a:xfrm>
              <a:off x="2003" y="7152"/>
              <a:ext cx="3774" cy="580"/>
            </a:xfrm>
            <a:prstGeom prst="rect">
              <a:avLst/>
            </a:prstGeom>
            <a:noFill/>
          </p:spPr>
          <p:txBody>
            <a:bodyPr wrap="square" rtlCol="0">
              <a:spAutoFit/>
            </a:bodyPr>
            <a:p>
              <a:pPr algn="ctr"/>
              <a:r>
                <a:rPr lang="zh-CN" altLang="en-US">
                  <a:solidFill>
                    <a:schemeClr val="bg1"/>
                  </a:solidFill>
                  <a:latin typeface="思源黑体 CN Regular" panose="020B0500000000000000" charset="-122"/>
                  <a:ea typeface="思源黑体 CN Regular" panose="020B0500000000000000" charset="-122"/>
                </a:rPr>
                <a:t>产品图或其他</a:t>
              </a:r>
              <a:endParaRPr lang="zh-CN" altLang="en-US">
                <a:solidFill>
                  <a:schemeClr val="bg1"/>
                </a:solidFill>
                <a:latin typeface="思源黑体 CN Regular" panose="020B0500000000000000" charset="-122"/>
                <a:ea typeface="思源黑体 CN Regular" panose="020B0500000000000000" charset="-122"/>
              </a:endParaRPr>
            </a:p>
          </p:txBody>
        </p:sp>
      </p:grpSp>
      <p:sp>
        <p:nvSpPr>
          <p:cNvPr id="4" name="矩形 3"/>
          <p:cNvSpPr/>
          <p:nvPr/>
        </p:nvSpPr>
        <p:spPr>
          <a:xfrm>
            <a:off x="4382770" y="3677920"/>
            <a:ext cx="3489960" cy="22625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nvSpPr>
        <p:spPr>
          <a:xfrm>
            <a:off x="4929505" y="4625340"/>
            <a:ext cx="2396490" cy="368300"/>
          </a:xfrm>
          <a:prstGeom prst="rect">
            <a:avLst/>
          </a:prstGeom>
          <a:noFill/>
        </p:spPr>
        <p:txBody>
          <a:bodyPr wrap="square" rtlCol="0">
            <a:spAutoFit/>
          </a:bodyPr>
          <a:p>
            <a:pPr algn="ctr"/>
            <a:r>
              <a:rPr lang="zh-CN" altLang="en-US">
                <a:solidFill>
                  <a:schemeClr val="bg1"/>
                </a:solidFill>
                <a:latin typeface="思源黑体 CN Regular" panose="020B0500000000000000" charset="-122"/>
                <a:ea typeface="思源黑体 CN Regular" panose="020B0500000000000000" charset="-122"/>
                <a:sym typeface="+mn-ea"/>
              </a:rPr>
              <a:t>产品图或其他</a:t>
            </a:r>
            <a:endParaRPr lang="zh-CN" altLang="en-US">
              <a:solidFill>
                <a:schemeClr val="bg1"/>
              </a:solidFill>
              <a:latin typeface="思源黑体 CN Regular" panose="020B0500000000000000" charset="-122"/>
              <a:ea typeface="思源黑体 CN Regular" panose="020B0500000000000000" charset="-122"/>
              <a:sym typeface="+mn-ea"/>
            </a:endParaRPr>
          </a:p>
        </p:txBody>
      </p:sp>
      <p:sp>
        <p:nvSpPr>
          <p:cNvPr id="7" name="矩形 6"/>
          <p:cNvSpPr/>
          <p:nvPr/>
        </p:nvSpPr>
        <p:spPr>
          <a:xfrm>
            <a:off x="8040370" y="3677920"/>
            <a:ext cx="3489960" cy="22625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文本框 7"/>
          <p:cNvSpPr txBox="1"/>
          <p:nvPr/>
        </p:nvSpPr>
        <p:spPr>
          <a:xfrm>
            <a:off x="8587105" y="4625340"/>
            <a:ext cx="2396490" cy="368300"/>
          </a:xfrm>
          <a:prstGeom prst="rect">
            <a:avLst/>
          </a:prstGeom>
          <a:noFill/>
        </p:spPr>
        <p:txBody>
          <a:bodyPr wrap="square" rtlCol="0">
            <a:spAutoFit/>
          </a:bodyPr>
          <a:p>
            <a:pPr algn="ctr"/>
            <a:r>
              <a:rPr lang="zh-CN" altLang="en-US">
                <a:solidFill>
                  <a:schemeClr val="bg1"/>
                </a:solidFill>
                <a:latin typeface="思源黑体 CN Regular" panose="020B0500000000000000" charset="-122"/>
                <a:ea typeface="思源黑体 CN Regular" panose="020B0500000000000000" charset="-122"/>
                <a:sym typeface="+mn-ea"/>
              </a:rPr>
              <a:t>产品图或其他</a:t>
            </a:r>
            <a:endParaRPr lang="zh-CN" altLang="en-US">
              <a:solidFill>
                <a:schemeClr val="bg1"/>
              </a:solidFill>
              <a:latin typeface="思源黑体 CN Regular" panose="020B0500000000000000" charset="-122"/>
              <a:ea typeface="思源黑体 CN Regular" panose="020B0500000000000000" charset="-122"/>
              <a:sym typeface="+mn-ea"/>
            </a:endParaRPr>
          </a:p>
        </p:txBody>
      </p:sp>
      <p:sp>
        <p:nvSpPr>
          <p:cNvPr id="2" name="矩形 1"/>
          <p:cNvSpPr/>
          <p:nvPr/>
        </p:nvSpPr>
        <p:spPr>
          <a:xfrm>
            <a:off x="760730" y="1592580"/>
            <a:ext cx="288000" cy="28800"/>
          </a:xfrm>
          <a:prstGeom prst="rect">
            <a:avLst/>
          </a:prstGeom>
          <a:solidFill>
            <a:srgbClr val="FF8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圆角矩形 4"/>
          <p:cNvSpPr/>
          <p:nvPr/>
        </p:nvSpPr>
        <p:spPr>
          <a:xfrm>
            <a:off x="4997450" y="0"/>
            <a:ext cx="7200000" cy="6858000"/>
          </a:xfrm>
          <a:prstGeom prst="roundRect">
            <a:avLst>
              <a:gd name="adj" fmla="val 0"/>
            </a:avLst>
          </a:prstGeom>
          <a:solidFill>
            <a:schemeClr val="tx1">
              <a:lumMod val="25000"/>
              <a:lumOff val="75000"/>
              <a:alpha val="2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a:buClrTx/>
              <a:buSzTx/>
              <a:buFontTx/>
            </a:pPr>
            <a:endParaRPr lang="zh-CN" altLang="en-US" sz="2000" b="1" dirty="0">
              <a:solidFill>
                <a:schemeClr val="bg1"/>
              </a:solidFill>
              <a:sym typeface="+mn-ea"/>
            </a:endParaRPr>
          </a:p>
        </p:txBody>
      </p:sp>
      <p:sp>
        <p:nvSpPr>
          <p:cNvPr id="6" name="矩形 5"/>
          <p:cNvSpPr/>
          <p:nvPr/>
        </p:nvSpPr>
        <p:spPr>
          <a:xfrm>
            <a:off x="275590" y="182245"/>
            <a:ext cx="7586980" cy="521970"/>
          </a:xfrm>
          <a:prstGeom prst="rect">
            <a:avLst/>
          </a:prstGeom>
        </p:spPr>
        <p:txBody>
          <a:bodyPr wrap="square">
            <a:spAutoFit/>
          </a:bodyPr>
          <a:p>
            <a:pPr lvl="0" algn="l">
              <a:buClrTx/>
              <a:buSzTx/>
              <a:buFontTx/>
            </a:pPr>
            <a:r>
              <a:rPr lang="zh-CN" altLang="en-US" sz="2800" dirty="0">
                <a:solidFill>
                  <a:srgbClr val="0FAF9B"/>
                </a:solidFill>
                <a:latin typeface="思源黑体 CN Bold" panose="020B0800000000000000" charset="-122"/>
                <a:ea typeface="思源黑体 CN Bold" panose="020B0800000000000000" charset="-122"/>
                <a:sym typeface="+mn-ea"/>
              </a:rPr>
              <a:t>在这输入你的大标题</a:t>
            </a:r>
            <a:endParaRPr lang="zh-CN" altLang="en-US" sz="2800" dirty="0">
              <a:solidFill>
                <a:srgbClr val="0FAF9B"/>
              </a:solidFill>
              <a:latin typeface="思源黑体 CN Bold" panose="020B0800000000000000" charset="-122"/>
              <a:ea typeface="思源黑体 CN Bold" panose="020B0800000000000000" charset="-122"/>
              <a:sym typeface="+mn-ea"/>
            </a:endParaRPr>
          </a:p>
        </p:txBody>
      </p:sp>
      <p:sp>
        <p:nvSpPr>
          <p:cNvPr id="22" name="文本框 21"/>
          <p:cNvSpPr txBox="1"/>
          <p:nvPr/>
        </p:nvSpPr>
        <p:spPr>
          <a:xfrm>
            <a:off x="598805" y="1619885"/>
            <a:ext cx="4040505" cy="995045"/>
          </a:xfrm>
          <a:prstGeom prst="rect">
            <a:avLst/>
          </a:prstGeom>
          <a:noFill/>
        </p:spPr>
        <p:txBody>
          <a:bodyPr wrap="square" rtlCol="0">
            <a:spAutoFit/>
          </a:bodyPr>
          <a:p>
            <a:pPr algn="l">
              <a:lnSpc>
                <a:spcPct val="140000"/>
              </a:lnSpc>
            </a:pPr>
            <a:r>
              <a:rPr lang="zh-CN" sz="1400">
                <a:solidFill>
                  <a:srgbClr val="666666"/>
                </a:solidFill>
                <a:latin typeface="思源黑体 CN Regular" panose="020B0500000000000000" charset="-122"/>
                <a:ea typeface="思源黑体 CN Regular" panose="020B0500000000000000" charset="-122"/>
              </a:rPr>
              <a:t>产品内容的特点介绍，</a:t>
            </a:r>
            <a:r>
              <a:rPr lang="zh-CN" sz="1400">
                <a:solidFill>
                  <a:srgbClr val="666666"/>
                </a:solidFill>
                <a:latin typeface="思源黑体 CN Regular" panose="020B0500000000000000" charset="-122"/>
                <a:ea typeface="思源黑体 CN Regular" panose="020B0500000000000000" charset="-122"/>
                <a:sym typeface="+mn-ea"/>
              </a:rPr>
              <a:t>产品内容的特点介绍产品内容的特点介绍，产品内容的特点介绍产品内容的特点介绍，产品内容的特点介绍。</a:t>
            </a:r>
            <a:endParaRPr lang="zh-CN" sz="1400">
              <a:solidFill>
                <a:srgbClr val="666666"/>
              </a:solidFill>
              <a:latin typeface="思源黑体 CN Regular" panose="020B0500000000000000" charset="-122"/>
              <a:ea typeface="思源黑体 CN Regular" panose="020B0500000000000000" charset="-122"/>
            </a:endParaRPr>
          </a:p>
        </p:txBody>
      </p:sp>
      <p:sp>
        <p:nvSpPr>
          <p:cNvPr id="23" name="iṩ1ïďe"/>
          <p:cNvSpPr/>
          <p:nvPr/>
        </p:nvSpPr>
        <p:spPr>
          <a:xfrm>
            <a:off x="598805" y="1070611"/>
            <a:ext cx="1641475" cy="518795"/>
          </a:xfrm>
          <a:prstGeom prst="rect">
            <a:avLst/>
          </a:prstGeom>
        </p:spPr>
        <p:txBody>
          <a:bodyPr wrap="square" lIns="91440" tIns="90170" rIns="91440" bIns="90170" anchor="t" anchorCtr="0">
            <a:normAutofit fontScale="90000" lnSpcReduction="20000"/>
          </a:bodyPr>
          <a:lstStyle>
            <a:lvl1pPr marL="0" indent="0" algn="l">
              <a:buNone/>
              <a:defRPr sz="2600" b="1">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lgn="l">
              <a:buClrTx/>
              <a:buSzTx/>
              <a:buFontTx/>
            </a:pPr>
            <a:r>
              <a:rPr lang="zh-CN" altLang="en-US" sz="2200" b="0" dirty="0">
                <a:solidFill>
                  <a:srgbClr val="333333"/>
                </a:solidFill>
                <a:latin typeface="思源黑体 CN Bold" panose="020B0800000000000000" charset="-122"/>
                <a:ea typeface="思源黑体 CN Bold" panose="020B0800000000000000" charset="-122"/>
                <a:sym typeface="+mn-ea"/>
              </a:rPr>
              <a:t>标题内容</a:t>
            </a:r>
            <a:endParaRPr lang="zh-CN" altLang="en-US" sz="2200" b="0" dirty="0">
              <a:solidFill>
                <a:srgbClr val="333333"/>
              </a:solidFill>
              <a:latin typeface="思源黑体 CN Bold" panose="020B0800000000000000" charset="-122"/>
              <a:ea typeface="思源黑体 CN Bold" panose="020B0800000000000000" charset="-122"/>
              <a:sym typeface="+mn-ea"/>
            </a:endParaRPr>
          </a:p>
        </p:txBody>
      </p:sp>
      <p:sp>
        <p:nvSpPr>
          <p:cNvPr id="24" name="矩形 23"/>
          <p:cNvSpPr/>
          <p:nvPr/>
        </p:nvSpPr>
        <p:spPr>
          <a:xfrm>
            <a:off x="698500" y="1450340"/>
            <a:ext cx="288000" cy="28800"/>
          </a:xfrm>
          <a:prstGeom prst="rect">
            <a:avLst/>
          </a:prstGeom>
          <a:solidFill>
            <a:srgbClr val="FF8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iṩ1ïďe"/>
          <p:cNvSpPr txBox="1"/>
          <p:nvPr/>
        </p:nvSpPr>
        <p:spPr>
          <a:xfrm>
            <a:off x="598805" y="2944813"/>
            <a:ext cx="1641475" cy="306705"/>
          </a:xfrm>
          <a:prstGeom prst="rect">
            <a:avLst/>
          </a:prstGeom>
          <a:noFill/>
          <a:ln>
            <a:noFill/>
          </a:ln>
        </p:spPr>
        <p:txBody>
          <a:bodyPr wrap="square" lIns="91440" tIns="45720" rIns="91440" bIns="45720" anchor="ctr" anchorCtr="0">
            <a:spAutoFit/>
          </a:bodyPr>
          <a:p>
            <a:pPr>
              <a:buSzPct val="25000"/>
            </a:pPr>
            <a:r>
              <a:rPr lang="zh-CN" sz="1400">
                <a:solidFill>
                  <a:srgbClr val="666666"/>
                </a:solidFill>
                <a:latin typeface="思源黑体 CN Bold" panose="020B0800000000000000" charset="-122"/>
                <a:ea typeface="思源黑体 CN Bold" panose="020B0800000000000000" charset="-122"/>
                <a:sym typeface="+mn-ea"/>
              </a:rPr>
              <a:t>主要产品：</a:t>
            </a:r>
            <a:endParaRPr lang="zh-CN" altLang="en-US" sz="1400" dirty="0">
              <a:solidFill>
                <a:srgbClr val="666666"/>
              </a:solidFill>
              <a:latin typeface="思源黑体 CN Bold" panose="020B0800000000000000" charset="-122"/>
              <a:ea typeface="思源黑体 CN Bold" panose="020B0800000000000000" charset="-122"/>
              <a:cs typeface="思源黑体 CN Regular" panose="020B0500000000000000" charset="-122"/>
              <a:sym typeface="+mn-ea"/>
            </a:endParaRPr>
          </a:p>
        </p:txBody>
      </p:sp>
      <p:sp>
        <p:nvSpPr>
          <p:cNvPr id="41" name="iṥľïḓè"/>
          <p:cNvSpPr/>
          <p:nvPr/>
        </p:nvSpPr>
        <p:spPr>
          <a:xfrm>
            <a:off x="5555615" y="975360"/>
            <a:ext cx="2922905" cy="330200"/>
          </a:xfrm>
          <a:prstGeom prst="rect">
            <a:avLst/>
          </a:prstGeom>
          <a:solidFill>
            <a:srgbClr val="0FAF9B">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zh-CN" altLang="en-US" sz="1400">
                <a:solidFill>
                  <a:srgbClr val="333333"/>
                </a:solidFill>
                <a:latin typeface="思源黑体 CN Medium" panose="020B0600000000000000" charset="-122"/>
                <a:ea typeface="思源黑体 CN Medium" panose="020B0600000000000000" charset="-122"/>
                <a:sym typeface="+mn-ea"/>
              </a:rPr>
              <a:t>应用场景名称</a:t>
            </a:r>
            <a:endParaRPr lang="zh-CN" altLang="en-US" sz="1400">
              <a:solidFill>
                <a:srgbClr val="333333"/>
              </a:solidFill>
              <a:latin typeface="思源黑体 CN Medium" panose="020B0600000000000000" charset="-122"/>
              <a:ea typeface="思源黑体 CN Medium" panose="020B0600000000000000" charset="-122"/>
              <a:sym typeface="+mn-ea"/>
            </a:endParaRPr>
          </a:p>
        </p:txBody>
      </p:sp>
      <p:pic>
        <p:nvPicPr>
          <p:cNvPr id="3" name="图片 2" descr="500405006"/>
          <p:cNvPicPr>
            <a:picLocks noChangeAspect="1"/>
          </p:cNvPicPr>
          <p:nvPr/>
        </p:nvPicPr>
        <p:blipFill>
          <a:blip r:embed="rId1">
            <a:alphaModFix amt="0"/>
          </a:blip>
          <a:srcRect/>
          <a:stretch>
            <a:fillRect/>
          </a:stretch>
        </p:blipFill>
        <p:spPr>
          <a:xfrm>
            <a:off x="5555615" y="1302385"/>
            <a:ext cx="2922905" cy="1328420"/>
          </a:xfrm>
          <a:custGeom>
            <a:avLst/>
            <a:gdLst/>
            <a:ahLst/>
            <a:cxnLst>
              <a:cxn ang="3">
                <a:pos x="hc" y="t"/>
              </a:cxn>
              <a:cxn ang="cd2">
                <a:pos x="l" y="vc"/>
              </a:cxn>
              <a:cxn ang="cd4">
                <a:pos x="hc" y="b"/>
              </a:cxn>
              <a:cxn ang="0">
                <a:pos x="r" y="vc"/>
              </a:cxn>
            </a:cxnLst>
            <a:rect l="l" t="t" r="r" b="b"/>
            <a:pathLst>
              <a:path w="4603" h="2092">
                <a:moveTo>
                  <a:pt x="0" y="0"/>
                </a:moveTo>
                <a:lnTo>
                  <a:pt x="4603" y="0"/>
                </a:lnTo>
                <a:lnTo>
                  <a:pt x="4603" y="2092"/>
                </a:lnTo>
                <a:lnTo>
                  <a:pt x="0" y="2092"/>
                </a:lnTo>
                <a:lnTo>
                  <a:pt x="0" y="0"/>
                </a:lnTo>
                <a:close/>
              </a:path>
            </a:pathLst>
          </a:custGeom>
          <a:solidFill>
            <a:schemeClr val="bg1">
              <a:lumMod val="85000"/>
            </a:schemeClr>
          </a:solidFill>
        </p:spPr>
      </p:pic>
      <p:sp>
        <p:nvSpPr>
          <p:cNvPr id="4" name="文本框 3"/>
          <p:cNvSpPr txBox="1"/>
          <p:nvPr/>
        </p:nvSpPr>
        <p:spPr>
          <a:xfrm>
            <a:off x="5818505" y="1782445"/>
            <a:ext cx="2396490" cy="368300"/>
          </a:xfrm>
          <a:prstGeom prst="rect">
            <a:avLst/>
          </a:prstGeom>
          <a:noFill/>
        </p:spPr>
        <p:txBody>
          <a:bodyPr wrap="square" rtlCol="0">
            <a:spAutoFit/>
          </a:bodyPr>
          <a:p>
            <a:pPr algn="ctr"/>
            <a:r>
              <a:rPr lang="zh-CN" altLang="en-US">
                <a:solidFill>
                  <a:schemeClr val="bg1">
                    <a:lumMod val="85000"/>
                  </a:schemeClr>
                </a:solidFill>
              </a:rPr>
              <a:t>对应的应用场景</a:t>
            </a:r>
            <a:endParaRPr lang="zh-CN" altLang="en-US">
              <a:solidFill>
                <a:schemeClr val="bg1">
                  <a:lumMod val="85000"/>
                </a:schemeClr>
              </a:solidFill>
            </a:endParaRPr>
          </a:p>
        </p:txBody>
      </p:sp>
      <p:sp>
        <p:nvSpPr>
          <p:cNvPr id="13" name="iṥľïḓè"/>
          <p:cNvSpPr/>
          <p:nvPr/>
        </p:nvSpPr>
        <p:spPr>
          <a:xfrm>
            <a:off x="8788400" y="975360"/>
            <a:ext cx="2922905" cy="330200"/>
          </a:xfrm>
          <a:prstGeom prst="rect">
            <a:avLst/>
          </a:prstGeom>
          <a:solidFill>
            <a:srgbClr val="0FAF9B">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zh-CN" altLang="en-US" sz="1400">
                <a:solidFill>
                  <a:srgbClr val="333333"/>
                </a:solidFill>
                <a:latin typeface="思源黑体 CN Medium" panose="020B0600000000000000" charset="-122"/>
                <a:ea typeface="思源黑体 CN Medium" panose="020B0600000000000000" charset="-122"/>
                <a:sym typeface="+mn-ea"/>
              </a:rPr>
              <a:t>应用场景名称</a:t>
            </a:r>
            <a:endParaRPr lang="zh-CN" altLang="en-US" sz="1400">
              <a:solidFill>
                <a:srgbClr val="333333"/>
              </a:solidFill>
              <a:latin typeface="思源黑体 CN Medium" panose="020B0600000000000000" charset="-122"/>
              <a:ea typeface="思源黑体 CN Medium" panose="020B0600000000000000" charset="-122"/>
              <a:sym typeface="+mn-ea"/>
            </a:endParaRPr>
          </a:p>
        </p:txBody>
      </p:sp>
      <p:pic>
        <p:nvPicPr>
          <p:cNvPr id="16" name="图片 15" descr="500405006"/>
          <p:cNvPicPr>
            <a:picLocks noChangeAspect="1"/>
          </p:cNvPicPr>
          <p:nvPr/>
        </p:nvPicPr>
        <p:blipFill>
          <a:blip r:embed="rId1">
            <a:alphaModFix amt="0"/>
          </a:blip>
          <a:srcRect/>
          <a:stretch>
            <a:fillRect/>
          </a:stretch>
        </p:blipFill>
        <p:spPr>
          <a:xfrm>
            <a:off x="8788400" y="1302385"/>
            <a:ext cx="2922905" cy="1328420"/>
          </a:xfrm>
          <a:custGeom>
            <a:avLst/>
            <a:gdLst/>
            <a:ahLst/>
            <a:cxnLst>
              <a:cxn ang="3">
                <a:pos x="hc" y="t"/>
              </a:cxn>
              <a:cxn ang="cd2">
                <a:pos x="l" y="vc"/>
              </a:cxn>
              <a:cxn ang="cd4">
                <a:pos x="hc" y="b"/>
              </a:cxn>
              <a:cxn ang="0">
                <a:pos x="r" y="vc"/>
              </a:cxn>
            </a:cxnLst>
            <a:rect l="l" t="t" r="r" b="b"/>
            <a:pathLst>
              <a:path w="4603" h="2092">
                <a:moveTo>
                  <a:pt x="0" y="0"/>
                </a:moveTo>
                <a:lnTo>
                  <a:pt x="4603" y="0"/>
                </a:lnTo>
                <a:lnTo>
                  <a:pt x="4603" y="2092"/>
                </a:lnTo>
                <a:lnTo>
                  <a:pt x="0" y="2092"/>
                </a:lnTo>
                <a:lnTo>
                  <a:pt x="0" y="0"/>
                </a:lnTo>
                <a:close/>
              </a:path>
            </a:pathLst>
          </a:custGeom>
          <a:solidFill>
            <a:schemeClr val="bg1">
              <a:lumMod val="85000"/>
            </a:schemeClr>
          </a:solidFill>
        </p:spPr>
      </p:pic>
      <p:sp>
        <p:nvSpPr>
          <p:cNvPr id="17" name="文本框 16"/>
          <p:cNvSpPr txBox="1"/>
          <p:nvPr/>
        </p:nvSpPr>
        <p:spPr>
          <a:xfrm>
            <a:off x="9051290" y="1782445"/>
            <a:ext cx="2396490" cy="368300"/>
          </a:xfrm>
          <a:prstGeom prst="rect">
            <a:avLst/>
          </a:prstGeom>
          <a:noFill/>
        </p:spPr>
        <p:txBody>
          <a:bodyPr wrap="square" rtlCol="0">
            <a:spAutoFit/>
          </a:bodyPr>
          <a:p>
            <a:pPr algn="ctr"/>
            <a:r>
              <a:rPr lang="zh-CN" altLang="en-US">
                <a:solidFill>
                  <a:schemeClr val="bg1">
                    <a:lumMod val="85000"/>
                  </a:schemeClr>
                </a:solidFill>
                <a:sym typeface="+mn-ea"/>
              </a:rPr>
              <a:t>对应的应用场景</a:t>
            </a:r>
            <a:endParaRPr lang="zh-CN" altLang="en-US">
              <a:solidFill>
                <a:schemeClr val="bg1">
                  <a:lumMod val="85000"/>
                </a:schemeClr>
              </a:solidFill>
            </a:endParaRPr>
          </a:p>
        </p:txBody>
      </p:sp>
      <p:sp>
        <p:nvSpPr>
          <p:cNvPr id="20" name="iṥľïḓè"/>
          <p:cNvSpPr/>
          <p:nvPr/>
        </p:nvSpPr>
        <p:spPr>
          <a:xfrm>
            <a:off x="5555615" y="2751455"/>
            <a:ext cx="2922905" cy="330200"/>
          </a:xfrm>
          <a:prstGeom prst="rect">
            <a:avLst/>
          </a:prstGeom>
          <a:solidFill>
            <a:srgbClr val="0FAF9B">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zh-CN" altLang="en-US" sz="1400">
                <a:solidFill>
                  <a:srgbClr val="333333"/>
                </a:solidFill>
                <a:latin typeface="思源黑体 CN Medium" panose="020B0600000000000000" charset="-122"/>
                <a:ea typeface="思源黑体 CN Medium" panose="020B0600000000000000" charset="-122"/>
                <a:sym typeface="+mn-ea"/>
              </a:rPr>
              <a:t>应用场景名称</a:t>
            </a:r>
            <a:endParaRPr lang="zh-CN" altLang="en-US" sz="1400">
              <a:solidFill>
                <a:srgbClr val="333333"/>
              </a:solidFill>
              <a:latin typeface="思源黑体 CN Medium" panose="020B0600000000000000" charset="-122"/>
              <a:ea typeface="思源黑体 CN Medium" panose="020B0600000000000000" charset="-122"/>
              <a:sym typeface="+mn-ea"/>
            </a:endParaRPr>
          </a:p>
        </p:txBody>
      </p:sp>
      <p:pic>
        <p:nvPicPr>
          <p:cNvPr id="21" name="图片 20" descr="500405006"/>
          <p:cNvPicPr>
            <a:picLocks noChangeAspect="1"/>
          </p:cNvPicPr>
          <p:nvPr/>
        </p:nvPicPr>
        <p:blipFill>
          <a:blip r:embed="rId1">
            <a:alphaModFix amt="0"/>
          </a:blip>
          <a:srcRect/>
          <a:stretch>
            <a:fillRect/>
          </a:stretch>
        </p:blipFill>
        <p:spPr>
          <a:xfrm>
            <a:off x="5555615" y="3078480"/>
            <a:ext cx="2922905" cy="1328420"/>
          </a:xfrm>
          <a:custGeom>
            <a:avLst/>
            <a:gdLst/>
            <a:ahLst/>
            <a:cxnLst>
              <a:cxn ang="3">
                <a:pos x="hc" y="t"/>
              </a:cxn>
              <a:cxn ang="cd2">
                <a:pos x="l" y="vc"/>
              </a:cxn>
              <a:cxn ang="cd4">
                <a:pos x="hc" y="b"/>
              </a:cxn>
              <a:cxn ang="0">
                <a:pos x="r" y="vc"/>
              </a:cxn>
            </a:cxnLst>
            <a:rect l="l" t="t" r="r" b="b"/>
            <a:pathLst>
              <a:path w="4603" h="2092">
                <a:moveTo>
                  <a:pt x="0" y="0"/>
                </a:moveTo>
                <a:lnTo>
                  <a:pt x="4603" y="0"/>
                </a:lnTo>
                <a:lnTo>
                  <a:pt x="4603" y="2092"/>
                </a:lnTo>
                <a:lnTo>
                  <a:pt x="0" y="2092"/>
                </a:lnTo>
                <a:lnTo>
                  <a:pt x="0" y="0"/>
                </a:lnTo>
                <a:close/>
              </a:path>
            </a:pathLst>
          </a:custGeom>
          <a:solidFill>
            <a:schemeClr val="bg1">
              <a:lumMod val="85000"/>
            </a:schemeClr>
          </a:solidFill>
        </p:spPr>
      </p:pic>
      <p:sp>
        <p:nvSpPr>
          <p:cNvPr id="25" name="文本框 24"/>
          <p:cNvSpPr txBox="1"/>
          <p:nvPr/>
        </p:nvSpPr>
        <p:spPr>
          <a:xfrm>
            <a:off x="5818505" y="3558540"/>
            <a:ext cx="2396490" cy="368300"/>
          </a:xfrm>
          <a:prstGeom prst="rect">
            <a:avLst/>
          </a:prstGeom>
          <a:noFill/>
        </p:spPr>
        <p:txBody>
          <a:bodyPr wrap="square" rtlCol="0">
            <a:spAutoFit/>
          </a:bodyPr>
          <a:p>
            <a:pPr algn="ctr"/>
            <a:r>
              <a:rPr lang="zh-CN" altLang="en-US">
                <a:solidFill>
                  <a:schemeClr val="bg1">
                    <a:lumMod val="85000"/>
                  </a:schemeClr>
                </a:solidFill>
                <a:sym typeface="+mn-ea"/>
              </a:rPr>
              <a:t>对应的应用场景</a:t>
            </a:r>
            <a:endParaRPr lang="zh-CN" altLang="en-US">
              <a:solidFill>
                <a:schemeClr val="bg1">
                  <a:lumMod val="85000"/>
                </a:schemeClr>
              </a:solidFill>
            </a:endParaRPr>
          </a:p>
        </p:txBody>
      </p:sp>
      <p:sp>
        <p:nvSpPr>
          <p:cNvPr id="27" name="iṥľïḓè"/>
          <p:cNvSpPr/>
          <p:nvPr/>
        </p:nvSpPr>
        <p:spPr>
          <a:xfrm>
            <a:off x="5555615" y="4530725"/>
            <a:ext cx="2922905" cy="330200"/>
          </a:xfrm>
          <a:prstGeom prst="rect">
            <a:avLst/>
          </a:prstGeom>
          <a:solidFill>
            <a:srgbClr val="0FAF9B">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zh-CN" altLang="en-US" sz="1400">
                <a:solidFill>
                  <a:srgbClr val="333333"/>
                </a:solidFill>
                <a:latin typeface="思源黑体 CN Medium" panose="020B0600000000000000" charset="-122"/>
                <a:ea typeface="思源黑体 CN Medium" panose="020B0600000000000000" charset="-122"/>
                <a:sym typeface="+mn-ea"/>
              </a:rPr>
              <a:t>应用场景名称</a:t>
            </a:r>
            <a:endParaRPr lang="zh-CN" altLang="en-US" sz="1400">
              <a:solidFill>
                <a:srgbClr val="333333"/>
              </a:solidFill>
              <a:latin typeface="思源黑体 CN Medium" panose="020B0600000000000000" charset="-122"/>
              <a:ea typeface="思源黑体 CN Medium" panose="020B0600000000000000" charset="-122"/>
              <a:sym typeface="+mn-ea"/>
            </a:endParaRPr>
          </a:p>
        </p:txBody>
      </p:sp>
      <p:pic>
        <p:nvPicPr>
          <p:cNvPr id="28" name="图片 27" descr="500405006"/>
          <p:cNvPicPr>
            <a:picLocks noChangeAspect="1"/>
          </p:cNvPicPr>
          <p:nvPr/>
        </p:nvPicPr>
        <p:blipFill>
          <a:blip r:embed="rId1">
            <a:alphaModFix amt="0"/>
          </a:blip>
          <a:srcRect/>
          <a:stretch>
            <a:fillRect/>
          </a:stretch>
        </p:blipFill>
        <p:spPr>
          <a:xfrm>
            <a:off x="5555615" y="4857750"/>
            <a:ext cx="2922905" cy="1328420"/>
          </a:xfrm>
          <a:custGeom>
            <a:avLst/>
            <a:gdLst/>
            <a:ahLst/>
            <a:cxnLst>
              <a:cxn ang="3">
                <a:pos x="hc" y="t"/>
              </a:cxn>
              <a:cxn ang="cd2">
                <a:pos x="l" y="vc"/>
              </a:cxn>
              <a:cxn ang="cd4">
                <a:pos x="hc" y="b"/>
              </a:cxn>
              <a:cxn ang="0">
                <a:pos x="r" y="vc"/>
              </a:cxn>
            </a:cxnLst>
            <a:rect l="l" t="t" r="r" b="b"/>
            <a:pathLst>
              <a:path w="4603" h="2092">
                <a:moveTo>
                  <a:pt x="0" y="0"/>
                </a:moveTo>
                <a:lnTo>
                  <a:pt x="4603" y="0"/>
                </a:lnTo>
                <a:lnTo>
                  <a:pt x="4603" y="2092"/>
                </a:lnTo>
                <a:lnTo>
                  <a:pt x="0" y="2092"/>
                </a:lnTo>
                <a:lnTo>
                  <a:pt x="0" y="0"/>
                </a:lnTo>
                <a:close/>
              </a:path>
            </a:pathLst>
          </a:custGeom>
          <a:solidFill>
            <a:schemeClr val="bg1">
              <a:lumMod val="85000"/>
            </a:schemeClr>
          </a:solidFill>
        </p:spPr>
      </p:pic>
      <p:sp>
        <p:nvSpPr>
          <p:cNvPr id="29" name="文本框 28"/>
          <p:cNvSpPr txBox="1"/>
          <p:nvPr/>
        </p:nvSpPr>
        <p:spPr>
          <a:xfrm>
            <a:off x="5818505" y="5337810"/>
            <a:ext cx="2396490" cy="368300"/>
          </a:xfrm>
          <a:prstGeom prst="rect">
            <a:avLst/>
          </a:prstGeom>
          <a:noFill/>
        </p:spPr>
        <p:txBody>
          <a:bodyPr wrap="square" rtlCol="0">
            <a:spAutoFit/>
          </a:bodyPr>
          <a:p>
            <a:pPr algn="ctr"/>
            <a:r>
              <a:rPr lang="zh-CN" altLang="en-US">
                <a:solidFill>
                  <a:schemeClr val="bg1">
                    <a:lumMod val="85000"/>
                  </a:schemeClr>
                </a:solidFill>
                <a:sym typeface="+mn-ea"/>
              </a:rPr>
              <a:t>对应的应用场景</a:t>
            </a:r>
            <a:endParaRPr lang="zh-CN" altLang="en-US">
              <a:solidFill>
                <a:schemeClr val="bg1">
                  <a:lumMod val="85000"/>
                </a:schemeClr>
              </a:solidFill>
            </a:endParaRPr>
          </a:p>
        </p:txBody>
      </p:sp>
      <p:sp>
        <p:nvSpPr>
          <p:cNvPr id="31" name="iṥľïḓè"/>
          <p:cNvSpPr/>
          <p:nvPr/>
        </p:nvSpPr>
        <p:spPr>
          <a:xfrm>
            <a:off x="8788400" y="2751455"/>
            <a:ext cx="2922905" cy="330200"/>
          </a:xfrm>
          <a:prstGeom prst="rect">
            <a:avLst/>
          </a:prstGeom>
          <a:solidFill>
            <a:srgbClr val="0FAF9B">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zh-CN" altLang="en-US" sz="1400">
                <a:solidFill>
                  <a:srgbClr val="333333"/>
                </a:solidFill>
                <a:latin typeface="思源黑体 CN Medium" panose="020B0600000000000000" charset="-122"/>
                <a:ea typeface="思源黑体 CN Medium" panose="020B0600000000000000" charset="-122"/>
                <a:sym typeface="+mn-ea"/>
              </a:rPr>
              <a:t>应用场景名称</a:t>
            </a:r>
            <a:endParaRPr lang="zh-CN" altLang="en-US" sz="1400">
              <a:solidFill>
                <a:srgbClr val="333333"/>
              </a:solidFill>
              <a:latin typeface="思源黑体 CN Medium" panose="020B0600000000000000" charset="-122"/>
              <a:ea typeface="思源黑体 CN Medium" panose="020B0600000000000000" charset="-122"/>
              <a:sym typeface="+mn-ea"/>
            </a:endParaRPr>
          </a:p>
        </p:txBody>
      </p:sp>
      <p:pic>
        <p:nvPicPr>
          <p:cNvPr id="32" name="图片 31" descr="500405006"/>
          <p:cNvPicPr>
            <a:picLocks noChangeAspect="1"/>
          </p:cNvPicPr>
          <p:nvPr/>
        </p:nvPicPr>
        <p:blipFill>
          <a:blip r:embed="rId1">
            <a:alphaModFix amt="0"/>
          </a:blip>
          <a:srcRect/>
          <a:stretch>
            <a:fillRect/>
          </a:stretch>
        </p:blipFill>
        <p:spPr>
          <a:xfrm>
            <a:off x="8788400" y="3078480"/>
            <a:ext cx="2922905" cy="1328420"/>
          </a:xfrm>
          <a:custGeom>
            <a:avLst/>
            <a:gdLst/>
            <a:ahLst/>
            <a:cxnLst>
              <a:cxn ang="3">
                <a:pos x="hc" y="t"/>
              </a:cxn>
              <a:cxn ang="cd2">
                <a:pos x="l" y="vc"/>
              </a:cxn>
              <a:cxn ang="cd4">
                <a:pos x="hc" y="b"/>
              </a:cxn>
              <a:cxn ang="0">
                <a:pos x="r" y="vc"/>
              </a:cxn>
            </a:cxnLst>
            <a:rect l="l" t="t" r="r" b="b"/>
            <a:pathLst>
              <a:path w="4603" h="2092">
                <a:moveTo>
                  <a:pt x="0" y="0"/>
                </a:moveTo>
                <a:lnTo>
                  <a:pt x="4603" y="0"/>
                </a:lnTo>
                <a:lnTo>
                  <a:pt x="4603" y="2092"/>
                </a:lnTo>
                <a:lnTo>
                  <a:pt x="0" y="2092"/>
                </a:lnTo>
                <a:lnTo>
                  <a:pt x="0" y="0"/>
                </a:lnTo>
                <a:close/>
              </a:path>
            </a:pathLst>
          </a:custGeom>
          <a:solidFill>
            <a:schemeClr val="bg1">
              <a:lumMod val="85000"/>
            </a:schemeClr>
          </a:solidFill>
        </p:spPr>
      </p:pic>
      <p:sp>
        <p:nvSpPr>
          <p:cNvPr id="33" name="文本框 32"/>
          <p:cNvSpPr txBox="1"/>
          <p:nvPr/>
        </p:nvSpPr>
        <p:spPr>
          <a:xfrm>
            <a:off x="9051290" y="3558540"/>
            <a:ext cx="2396490" cy="368300"/>
          </a:xfrm>
          <a:prstGeom prst="rect">
            <a:avLst/>
          </a:prstGeom>
          <a:noFill/>
        </p:spPr>
        <p:txBody>
          <a:bodyPr wrap="square" rtlCol="0">
            <a:spAutoFit/>
          </a:bodyPr>
          <a:p>
            <a:pPr algn="ctr"/>
            <a:r>
              <a:rPr lang="zh-CN" altLang="en-US">
                <a:solidFill>
                  <a:schemeClr val="bg1">
                    <a:lumMod val="85000"/>
                  </a:schemeClr>
                </a:solidFill>
                <a:sym typeface="+mn-ea"/>
              </a:rPr>
              <a:t>对应的应用场景</a:t>
            </a:r>
            <a:endParaRPr lang="zh-CN" altLang="en-US">
              <a:solidFill>
                <a:schemeClr val="bg1">
                  <a:lumMod val="85000"/>
                </a:schemeClr>
              </a:solidFill>
            </a:endParaRPr>
          </a:p>
        </p:txBody>
      </p:sp>
      <p:sp>
        <p:nvSpPr>
          <p:cNvPr id="35" name="iṥľïḓè"/>
          <p:cNvSpPr/>
          <p:nvPr/>
        </p:nvSpPr>
        <p:spPr>
          <a:xfrm>
            <a:off x="8788400" y="4530725"/>
            <a:ext cx="2922905" cy="330200"/>
          </a:xfrm>
          <a:prstGeom prst="rect">
            <a:avLst/>
          </a:prstGeom>
          <a:solidFill>
            <a:srgbClr val="0FAF9B">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zh-CN" altLang="en-US" sz="1400">
                <a:solidFill>
                  <a:srgbClr val="333333"/>
                </a:solidFill>
                <a:latin typeface="思源黑体 CN Medium" panose="020B0600000000000000" charset="-122"/>
                <a:ea typeface="思源黑体 CN Medium" panose="020B0600000000000000" charset="-122"/>
                <a:sym typeface="+mn-ea"/>
              </a:rPr>
              <a:t>应用场景名称</a:t>
            </a:r>
            <a:endParaRPr lang="zh-CN" altLang="en-US" sz="1400">
              <a:solidFill>
                <a:srgbClr val="333333"/>
              </a:solidFill>
              <a:latin typeface="思源黑体 CN Medium" panose="020B0600000000000000" charset="-122"/>
              <a:ea typeface="思源黑体 CN Medium" panose="020B0600000000000000" charset="-122"/>
              <a:sym typeface="+mn-ea"/>
            </a:endParaRPr>
          </a:p>
        </p:txBody>
      </p:sp>
      <p:pic>
        <p:nvPicPr>
          <p:cNvPr id="36" name="图片 35" descr="500405006"/>
          <p:cNvPicPr>
            <a:picLocks noChangeAspect="1"/>
          </p:cNvPicPr>
          <p:nvPr/>
        </p:nvPicPr>
        <p:blipFill>
          <a:blip r:embed="rId1">
            <a:alphaModFix amt="0"/>
          </a:blip>
          <a:srcRect/>
          <a:stretch>
            <a:fillRect/>
          </a:stretch>
        </p:blipFill>
        <p:spPr>
          <a:xfrm>
            <a:off x="8788400" y="4857750"/>
            <a:ext cx="2922905" cy="1328420"/>
          </a:xfrm>
          <a:custGeom>
            <a:avLst/>
            <a:gdLst/>
            <a:ahLst/>
            <a:cxnLst>
              <a:cxn ang="3">
                <a:pos x="hc" y="t"/>
              </a:cxn>
              <a:cxn ang="cd2">
                <a:pos x="l" y="vc"/>
              </a:cxn>
              <a:cxn ang="cd4">
                <a:pos x="hc" y="b"/>
              </a:cxn>
              <a:cxn ang="0">
                <a:pos x="r" y="vc"/>
              </a:cxn>
            </a:cxnLst>
            <a:rect l="l" t="t" r="r" b="b"/>
            <a:pathLst>
              <a:path w="4603" h="2092">
                <a:moveTo>
                  <a:pt x="0" y="0"/>
                </a:moveTo>
                <a:lnTo>
                  <a:pt x="4603" y="0"/>
                </a:lnTo>
                <a:lnTo>
                  <a:pt x="4603" y="2092"/>
                </a:lnTo>
                <a:lnTo>
                  <a:pt x="0" y="2092"/>
                </a:lnTo>
                <a:lnTo>
                  <a:pt x="0" y="0"/>
                </a:lnTo>
                <a:close/>
              </a:path>
            </a:pathLst>
          </a:custGeom>
          <a:solidFill>
            <a:schemeClr val="bg1">
              <a:lumMod val="85000"/>
            </a:schemeClr>
          </a:solidFill>
        </p:spPr>
      </p:pic>
      <p:sp>
        <p:nvSpPr>
          <p:cNvPr id="37" name="文本框 36"/>
          <p:cNvSpPr txBox="1"/>
          <p:nvPr/>
        </p:nvSpPr>
        <p:spPr>
          <a:xfrm>
            <a:off x="9051290" y="5337810"/>
            <a:ext cx="2396490" cy="368300"/>
          </a:xfrm>
          <a:prstGeom prst="rect">
            <a:avLst/>
          </a:prstGeom>
          <a:noFill/>
        </p:spPr>
        <p:txBody>
          <a:bodyPr wrap="square" rtlCol="0">
            <a:spAutoFit/>
          </a:bodyPr>
          <a:p>
            <a:pPr algn="ctr"/>
            <a:r>
              <a:rPr lang="zh-CN" altLang="en-US">
                <a:solidFill>
                  <a:schemeClr val="bg1">
                    <a:lumMod val="85000"/>
                  </a:schemeClr>
                </a:solidFill>
                <a:sym typeface="+mn-ea"/>
              </a:rPr>
              <a:t>对应的应用场景</a:t>
            </a:r>
            <a:endParaRPr lang="zh-CN" altLang="en-US">
              <a:solidFill>
                <a:schemeClr val="bg1">
                  <a:lumMod val="85000"/>
                </a:schemeClr>
              </a:solidFill>
            </a:endParaRPr>
          </a:p>
        </p:txBody>
      </p:sp>
      <p:sp>
        <p:nvSpPr>
          <p:cNvPr id="38" name="矩形 37"/>
          <p:cNvSpPr/>
          <p:nvPr/>
        </p:nvSpPr>
        <p:spPr>
          <a:xfrm>
            <a:off x="725170" y="3385185"/>
            <a:ext cx="3804920" cy="28860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文本框 39"/>
          <p:cNvSpPr txBox="1"/>
          <p:nvPr/>
        </p:nvSpPr>
        <p:spPr>
          <a:xfrm>
            <a:off x="1429385" y="4748530"/>
            <a:ext cx="2396490" cy="368300"/>
          </a:xfrm>
          <a:prstGeom prst="rect">
            <a:avLst/>
          </a:prstGeom>
          <a:noFill/>
        </p:spPr>
        <p:txBody>
          <a:bodyPr wrap="square" rtlCol="0">
            <a:spAutoFit/>
          </a:bodyPr>
          <a:p>
            <a:pPr algn="ctr"/>
            <a:r>
              <a:rPr lang="zh-CN" altLang="en-US">
                <a:solidFill>
                  <a:schemeClr val="bg1"/>
                </a:solidFill>
                <a:latin typeface="思源黑体 CN Regular" panose="020B0500000000000000" charset="-122"/>
                <a:ea typeface="思源黑体 CN Regular" panose="020B0500000000000000" charset="-122"/>
              </a:rPr>
              <a:t>产品图</a:t>
            </a:r>
            <a:endParaRPr lang="zh-CN" altLang="en-US">
              <a:solidFill>
                <a:schemeClr val="bg1"/>
              </a:solidFill>
              <a:latin typeface="思源黑体 CN Regular" panose="020B0500000000000000" charset="-122"/>
              <a:ea typeface="思源黑体 CN Regular" panose="020B05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5590" y="182245"/>
            <a:ext cx="7586980" cy="521970"/>
          </a:xfrm>
          <a:prstGeom prst="rect">
            <a:avLst/>
          </a:prstGeom>
        </p:spPr>
        <p:txBody>
          <a:bodyPr wrap="square">
            <a:spAutoFit/>
          </a:bodyPr>
          <a:p>
            <a:pPr lvl="0" algn="l">
              <a:buClrTx/>
              <a:buSzTx/>
              <a:buFontTx/>
            </a:pPr>
            <a:r>
              <a:rPr lang="zh-CN" altLang="en-US" sz="2800" dirty="0">
                <a:solidFill>
                  <a:srgbClr val="0FAF9B"/>
                </a:solidFill>
                <a:latin typeface="思源黑体 CN Bold" panose="020B0800000000000000" charset="-122"/>
                <a:ea typeface="思源黑体 CN Bold" panose="020B0800000000000000" charset="-122"/>
                <a:sym typeface="+mn-ea"/>
              </a:rPr>
              <a:t>在这输入你的大标题</a:t>
            </a:r>
            <a:endParaRPr lang="zh-CN" altLang="en-US" sz="2800" dirty="0">
              <a:solidFill>
                <a:srgbClr val="0FAF9B"/>
              </a:solidFill>
              <a:latin typeface="思源黑体 CN Bold" panose="020B0800000000000000" charset="-122"/>
              <a:ea typeface="思源黑体 CN Bold" panose="020B0800000000000000" charset="-122"/>
              <a:sym typeface="+mn-ea"/>
            </a:endParaRPr>
          </a:p>
        </p:txBody>
      </p:sp>
      <p:sp>
        <p:nvSpPr>
          <p:cNvPr id="22" name="文本框 21"/>
          <p:cNvSpPr txBox="1"/>
          <p:nvPr/>
        </p:nvSpPr>
        <p:spPr>
          <a:xfrm>
            <a:off x="598805" y="1619885"/>
            <a:ext cx="4487545" cy="995045"/>
          </a:xfrm>
          <a:prstGeom prst="rect">
            <a:avLst/>
          </a:prstGeom>
          <a:noFill/>
        </p:spPr>
        <p:txBody>
          <a:bodyPr wrap="square" rtlCol="0">
            <a:spAutoFit/>
          </a:bodyPr>
          <a:p>
            <a:pPr algn="l">
              <a:lnSpc>
                <a:spcPct val="140000"/>
              </a:lnSpc>
            </a:pPr>
            <a:r>
              <a:rPr lang="zh-CN" sz="1400">
                <a:solidFill>
                  <a:srgbClr val="666666"/>
                </a:solidFill>
                <a:latin typeface="思源黑体 CN Regular" panose="020B0500000000000000" charset="-122"/>
                <a:ea typeface="思源黑体 CN Regular" panose="020B0500000000000000" charset="-122"/>
              </a:rPr>
              <a:t>产品内容的特点介绍，</a:t>
            </a:r>
            <a:r>
              <a:rPr lang="zh-CN" sz="1400">
                <a:solidFill>
                  <a:srgbClr val="666666"/>
                </a:solidFill>
                <a:latin typeface="思源黑体 CN Regular" panose="020B0500000000000000" charset="-122"/>
                <a:ea typeface="思源黑体 CN Regular" panose="020B0500000000000000" charset="-122"/>
                <a:sym typeface="+mn-ea"/>
              </a:rPr>
              <a:t>产品内容的特点介绍产品内容的特点介绍，产品内容的特点介绍产品内容的特点介绍。</a:t>
            </a:r>
            <a:endParaRPr lang="zh-CN" sz="1400">
              <a:solidFill>
                <a:srgbClr val="666666"/>
              </a:solidFill>
              <a:latin typeface="思源黑体 CN Regular" panose="020B0500000000000000" charset="-122"/>
              <a:ea typeface="思源黑体 CN Regular" panose="020B0500000000000000" charset="-122"/>
              <a:sym typeface="+mn-ea"/>
            </a:endParaRPr>
          </a:p>
          <a:p>
            <a:pPr algn="l">
              <a:lnSpc>
                <a:spcPct val="140000"/>
              </a:lnSpc>
            </a:pPr>
            <a:r>
              <a:rPr lang="zh-CN" sz="1400">
                <a:solidFill>
                  <a:srgbClr val="666666"/>
                </a:solidFill>
                <a:latin typeface="思源黑体 CN Regular" panose="020B0500000000000000" charset="-122"/>
                <a:ea typeface="思源黑体 CN Regular" panose="020B0500000000000000" charset="-122"/>
                <a:sym typeface="+mn-ea"/>
              </a:rPr>
              <a:t>产品内容的特点介绍产品内容的特点介绍。</a:t>
            </a:r>
            <a:endParaRPr lang="zh-CN" sz="1400">
              <a:solidFill>
                <a:srgbClr val="666666"/>
              </a:solidFill>
              <a:latin typeface="思源黑体 CN Regular" panose="020B0500000000000000" charset="-122"/>
              <a:ea typeface="思源黑体 CN Regular" panose="020B0500000000000000" charset="-122"/>
            </a:endParaRPr>
          </a:p>
        </p:txBody>
      </p:sp>
      <p:sp>
        <p:nvSpPr>
          <p:cNvPr id="23" name="iṩ1ïďe"/>
          <p:cNvSpPr/>
          <p:nvPr/>
        </p:nvSpPr>
        <p:spPr>
          <a:xfrm>
            <a:off x="598805" y="1070611"/>
            <a:ext cx="1641475" cy="518795"/>
          </a:xfrm>
          <a:prstGeom prst="rect">
            <a:avLst/>
          </a:prstGeom>
        </p:spPr>
        <p:txBody>
          <a:bodyPr wrap="square" lIns="91440" tIns="90170" rIns="91440" bIns="90170" anchor="t" anchorCtr="0">
            <a:normAutofit fontScale="90000" lnSpcReduction="20000"/>
          </a:bodyPr>
          <a:lstStyle>
            <a:lvl1pPr marL="0" indent="0" algn="l">
              <a:buNone/>
              <a:defRPr sz="2600" b="1">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lgn="l">
              <a:buClrTx/>
              <a:buSzTx/>
              <a:buFontTx/>
            </a:pPr>
            <a:r>
              <a:rPr lang="zh-CN" altLang="en-US" sz="2200" b="0" dirty="0">
                <a:solidFill>
                  <a:srgbClr val="333333"/>
                </a:solidFill>
                <a:latin typeface="思源黑体 CN Bold" panose="020B0800000000000000" charset="-122"/>
                <a:ea typeface="思源黑体 CN Bold" panose="020B0800000000000000" charset="-122"/>
                <a:sym typeface="+mn-ea"/>
              </a:rPr>
              <a:t>标题内容</a:t>
            </a:r>
            <a:endParaRPr lang="zh-CN" altLang="en-US" sz="2200" b="0" dirty="0">
              <a:solidFill>
                <a:srgbClr val="333333"/>
              </a:solidFill>
              <a:latin typeface="思源黑体 CN Bold" panose="020B0800000000000000" charset="-122"/>
              <a:ea typeface="思源黑体 CN Bold" panose="020B0800000000000000" charset="-122"/>
              <a:sym typeface="+mn-ea"/>
            </a:endParaRPr>
          </a:p>
        </p:txBody>
      </p:sp>
      <p:sp>
        <p:nvSpPr>
          <p:cNvPr id="24" name="矩形 23"/>
          <p:cNvSpPr/>
          <p:nvPr/>
        </p:nvSpPr>
        <p:spPr>
          <a:xfrm>
            <a:off x="698500" y="1450340"/>
            <a:ext cx="288000" cy="28800"/>
          </a:xfrm>
          <a:prstGeom prst="rect">
            <a:avLst/>
          </a:prstGeom>
          <a:solidFill>
            <a:srgbClr val="FF8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 name="矩形 37"/>
          <p:cNvSpPr/>
          <p:nvPr/>
        </p:nvSpPr>
        <p:spPr>
          <a:xfrm>
            <a:off x="5379085" y="1136015"/>
            <a:ext cx="6262370" cy="48285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文本框 39"/>
          <p:cNvSpPr txBox="1"/>
          <p:nvPr/>
        </p:nvSpPr>
        <p:spPr>
          <a:xfrm>
            <a:off x="7312025" y="3366135"/>
            <a:ext cx="2396490" cy="368300"/>
          </a:xfrm>
          <a:prstGeom prst="rect">
            <a:avLst/>
          </a:prstGeom>
          <a:noFill/>
        </p:spPr>
        <p:txBody>
          <a:bodyPr wrap="square" rtlCol="0">
            <a:spAutoFit/>
          </a:bodyPr>
          <a:p>
            <a:pPr algn="ctr"/>
            <a:r>
              <a:rPr lang="zh-CN" altLang="en-US">
                <a:solidFill>
                  <a:schemeClr val="bg1"/>
                </a:solidFill>
                <a:latin typeface="思源黑体 CN Regular" panose="020B0500000000000000" charset="-122"/>
                <a:ea typeface="思源黑体 CN Regular" panose="020B0500000000000000" charset="-122"/>
              </a:rPr>
              <a:t>产品图</a:t>
            </a:r>
            <a:endParaRPr lang="zh-CN" altLang="en-US">
              <a:solidFill>
                <a:schemeClr val="bg1"/>
              </a:solidFill>
              <a:latin typeface="思源黑体 CN Regular" panose="020B0500000000000000" charset="-122"/>
              <a:ea typeface="思源黑体 CN Regular" panose="020B0500000000000000" charset="-122"/>
            </a:endParaRPr>
          </a:p>
        </p:txBody>
      </p:sp>
      <p:sp>
        <p:nvSpPr>
          <p:cNvPr id="2" name="文本框 1"/>
          <p:cNvSpPr txBox="1"/>
          <p:nvPr/>
        </p:nvSpPr>
        <p:spPr>
          <a:xfrm>
            <a:off x="598805" y="3442335"/>
            <a:ext cx="4487545" cy="694055"/>
          </a:xfrm>
          <a:prstGeom prst="rect">
            <a:avLst/>
          </a:prstGeom>
          <a:noFill/>
        </p:spPr>
        <p:txBody>
          <a:bodyPr wrap="square" rtlCol="0">
            <a:spAutoFit/>
          </a:bodyPr>
          <a:p>
            <a:pPr algn="l">
              <a:lnSpc>
                <a:spcPct val="140000"/>
              </a:lnSpc>
            </a:pPr>
            <a:r>
              <a:rPr lang="zh-CN" sz="1400">
                <a:solidFill>
                  <a:srgbClr val="666666"/>
                </a:solidFill>
                <a:latin typeface="思源黑体 CN Regular" panose="020B0500000000000000" charset="-122"/>
                <a:ea typeface="思源黑体 CN Regular" panose="020B0500000000000000" charset="-122"/>
              </a:rPr>
              <a:t>产品内容的特点介绍，</a:t>
            </a:r>
            <a:r>
              <a:rPr lang="zh-CN" sz="1400">
                <a:solidFill>
                  <a:srgbClr val="666666"/>
                </a:solidFill>
                <a:latin typeface="思源黑体 CN Regular" panose="020B0500000000000000" charset="-122"/>
                <a:ea typeface="思源黑体 CN Regular" panose="020B0500000000000000" charset="-122"/>
                <a:sym typeface="+mn-ea"/>
              </a:rPr>
              <a:t>产品内容的特点介绍产品内容的特点介绍，产品内容的特点介绍产品内容的特点。</a:t>
            </a:r>
            <a:endParaRPr lang="zh-CN" sz="1400">
              <a:solidFill>
                <a:srgbClr val="666666"/>
              </a:solidFill>
              <a:latin typeface="思源黑体 CN Regular" panose="020B0500000000000000" charset="-122"/>
              <a:ea typeface="思源黑体 CN Regular" panose="020B0500000000000000" charset="-122"/>
            </a:endParaRPr>
          </a:p>
        </p:txBody>
      </p:sp>
      <p:sp>
        <p:nvSpPr>
          <p:cNvPr id="7" name="iṩ1ïďe"/>
          <p:cNvSpPr/>
          <p:nvPr/>
        </p:nvSpPr>
        <p:spPr>
          <a:xfrm>
            <a:off x="598805" y="2893061"/>
            <a:ext cx="1641475" cy="518795"/>
          </a:xfrm>
          <a:prstGeom prst="rect">
            <a:avLst/>
          </a:prstGeom>
        </p:spPr>
        <p:txBody>
          <a:bodyPr wrap="square" lIns="91440" tIns="90170" rIns="91440" bIns="90170" anchor="t" anchorCtr="0">
            <a:normAutofit fontScale="90000" lnSpcReduction="20000"/>
          </a:bodyPr>
          <a:lstStyle>
            <a:lvl1pPr marL="0" indent="0" algn="l">
              <a:buNone/>
              <a:defRPr sz="2600" b="1">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lgn="l">
              <a:buClrTx/>
              <a:buSzTx/>
              <a:buFontTx/>
            </a:pPr>
            <a:r>
              <a:rPr lang="zh-CN" altLang="en-US" sz="2200" b="0" dirty="0">
                <a:solidFill>
                  <a:srgbClr val="333333"/>
                </a:solidFill>
                <a:latin typeface="思源黑体 CN Bold" panose="020B0800000000000000" charset="-122"/>
                <a:ea typeface="思源黑体 CN Bold" panose="020B0800000000000000" charset="-122"/>
                <a:sym typeface="+mn-ea"/>
              </a:rPr>
              <a:t>标题内容</a:t>
            </a:r>
            <a:endParaRPr lang="zh-CN" altLang="en-US" sz="2200" b="0" dirty="0">
              <a:solidFill>
                <a:srgbClr val="333333"/>
              </a:solidFill>
              <a:latin typeface="思源黑体 CN Bold" panose="020B0800000000000000" charset="-122"/>
              <a:ea typeface="思源黑体 CN Bold" panose="020B0800000000000000" charset="-122"/>
              <a:sym typeface="+mn-ea"/>
            </a:endParaRPr>
          </a:p>
        </p:txBody>
      </p:sp>
      <p:sp>
        <p:nvSpPr>
          <p:cNvPr id="8" name="矩形 7"/>
          <p:cNvSpPr/>
          <p:nvPr/>
        </p:nvSpPr>
        <p:spPr>
          <a:xfrm>
            <a:off x="698500" y="3272790"/>
            <a:ext cx="288000" cy="28800"/>
          </a:xfrm>
          <a:prstGeom prst="rect">
            <a:avLst/>
          </a:prstGeom>
          <a:solidFill>
            <a:srgbClr val="FF8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文本框 9"/>
          <p:cNvSpPr txBox="1"/>
          <p:nvPr/>
        </p:nvSpPr>
        <p:spPr>
          <a:xfrm>
            <a:off x="598805" y="5034915"/>
            <a:ext cx="4487545" cy="995045"/>
          </a:xfrm>
          <a:prstGeom prst="rect">
            <a:avLst/>
          </a:prstGeom>
          <a:noFill/>
        </p:spPr>
        <p:txBody>
          <a:bodyPr wrap="square" rtlCol="0">
            <a:spAutoFit/>
          </a:bodyPr>
          <a:p>
            <a:pPr algn="l">
              <a:lnSpc>
                <a:spcPct val="140000"/>
              </a:lnSpc>
            </a:pPr>
            <a:r>
              <a:rPr lang="zh-CN" sz="1400">
                <a:solidFill>
                  <a:srgbClr val="666666"/>
                </a:solidFill>
                <a:latin typeface="思源黑体 CN Regular" panose="020B0500000000000000" charset="-122"/>
                <a:ea typeface="思源黑体 CN Regular" panose="020B0500000000000000" charset="-122"/>
              </a:rPr>
              <a:t>产品内容的特点介绍，</a:t>
            </a:r>
            <a:r>
              <a:rPr lang="zh-CN" sz="1400">
                <a:solidFill>
                  <a:srgbClr val="666666"/>
                </a:solidFill>
                <a:latin typeface="思源黑体 CN Regular" panose="020B0500000000000000" charset="-122"/>
                <a:ea typeface="思源黑体 CN Regular" panose="020B0500000000000000" charset="-122"/>
                <a:sym typeface="+mn-ea"/>
              </a:rPr>
              <a:t>产品内容的特点介绍产品内容的特点介绍，产品内容的特点介绍产品内容的特点。产品内容的特点。</a:t>
            </a:r>
            <a:endParaRPr lang="zh-CN" sz="1400">
              <a:solidFill>
                <a:srgbClr val="666666"/>
              </a:solidFill>
              <a:latin typeface="思源黑体 CN Regular" panose="020B0500000000000000" charset="-122"/>
              <a:ea typeface="思源黑体 CN Regular" panose="020B0500000000000000" charset="-122"/>
            </a:endParaRPr>
          </a:p>
        </p:txBody>
      </p:sp>
      <p:sp>
        <p:nvSpPr>
          <p:cNvPr id="11" name="iṩ1ïďe"/>
          <p:cNvSpPr/>
          <p:nvPr/>
        </p:nvSpPr>
        <p:spPr>
          <a:xfrm>
            <a:off x="598805" y="4485958"/>
            <a:ext cx="1641475" cy="518795"/>
          </a:xfrm>
          <a:prstGeom prst="rect">
            <a:avLst/>
          </a:prstGeom>
        </p:spPr>
        <p:txBody>
          <a:bodyPr wrap="square" lIns="91440" tIns="90170" rIns="91440" bIns="90170" anchor="t" anchorCtr="0">
            <a:normAutofit fontScale="90000" lnSpcReduction="20000"/>
          </a:bodyPr>
          <a:lstStyle>
            <a:lvl1pPr marL="0" indent="0" algn="l">
              <a:buNone/>
              <a:defRPr sz="2600" b="1">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lgn="l">
              <a:buClrTx/>
              <a:buSzTx/>
              <a:buFontTx/>
            </a:pPr>
            <a:r>
              <a:rPr lang="zh-CN" altLang="en-US" sz="2200" b="0" dirty="0">
                <a:solidFill>
                  <a:srgbClr val="333333"/>
                </a:solidFill>
                <a:latin typeface="思源黑体 CN Bold" panose="020B0800000000000000" charset="-122"/>
                <a:ea typeface="思源黑体 CN Bold" panose="020B0800000000000000" charset="-122"/>
                <a:sym typeface="+mn-ea"/>
              </a:rPr>
              <a:t>标题内容</a:t>
            </a:r>
            <a:endParaRPr lang="zh-CN" altLang="en-US" sz="2200" b="0" dirty="0">
              <a:solidFill>
                <a:srgbClr val="333333"/>
              </a:solidFill>
              <a:latin typeface="思源黑体 CN Bold" panose="020B0800000000000000" charset="-122"/>
              <a:ea typeface="思源黑体 CN Bold" panose="020B0800000000000000" charset="-122"/>
              <a:sym typeface="+mn-ea"/>
            </a:endParaRPr>
          </a:p>
        </p:txBody>
      </p:sp>
      <p:sp>
        <p:nvSpPr>
          <p:cNvPr id="14" name="矩形 13"/>
          <p:cNvSpPr/>
          <p:nvPr/>
        </p:nvSpPr>
        <p:spPr>
          <a:xfrm>
            <a:off x="698500" y="4865370"/>
            <a:ext cx="288290" cy="28575"/>
          </a:xfrm>
          <a:prstGeom prst="rect">
            <a:avLst/>
          </a:prstGeom>
          <a:solidFill>
            <a:srgbClr val="FF8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666666"/>
              </a:solidFill>
              <a:latin typeface="思源黑体 CN Regular" panose="020B0500000000000000" charset="-122"/>
              <a:ea typeface="思源黑体 CN Regular" panose="020B05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5590" y="182245"/>
            <a:ext cx="7586980" cy="521970"/>
          </a:xfrm>
          <a:prstGeom prst="rect">
            <a:avLst/>
          </a:prstGeom>
        </p:spPr>
        <p:txBody>
          <a:bodyPr wrap="square">
            <a:spAutoFit/>
          </a:bodyPr>
          <a:p>
            <a:pPr lvl="0" algn="l">
              <a:buClrTx/>
              <a:buSzTx/>
              <a:buFontTx/>
            </a:pPr>
            <a:r>
              <a:rPr lang="zh-CN" altLang="en-US" sz="2800" dirty="0">
                <a:solidFill>
                  <a:srgbClr val="0FAF9B"/>
                </a:solidFill>
                <a:latin typeface="思源黑体 CN Bold" panose="020B0800000000000000" charset="-122"/>
                <a:ea typeface="思源黑体 CN Bold" panose="020B0800000000000000" charset="-122"/>
                <a:sym typeface="+mn-ea"/>
              </a:rPr>
              <a:t>在这输入你的大标题</a:t>
            </a:r>
            <a:endParaRPr lang="zh-CN" altLang="en-US" sz="2800" dirty="0">
              <a:solidFill>
                <a:srgbClr val="0FAF9B"/>
              </a:solidFill>
              <a:latin typeface="思源黑体 CN Bold" panose="020B0800000000000000" charset="-122"/>
              <a:ea typeface="思源黑体 CN Bold" panose="020B0800000000000000" charset="-122"/>
              <a:sym typeface="+mn-ea"/>
            </a:endParaRPr>
          </a:p>
        </p:txBody>
      </p:sp>
      <p:sp>
        <p:nvSpPr>
          <p:cNvPr id="22" name="文本框 21"/>
          <p:cNvSpPr txBox="1"/>
          <p:nvPr/>
        </p:nvSpPr>
        <p:spPr>
          <a:xfrm>
            <a:off x="598805" y="1619885"/>
            <a:ext cx="10443210" cy="1598295"/>
          </a:xfrm>
          <a:prstGeom prst="rect">
            <a:avLst/>
          </a:prstGeom>
          <a:noFill/>
        </p:spPr>
        <p:txBody>
          <a:bodyPr wrap="square" rtlCol="0">
            <a:spAutoFit/>
          </a:bodyPr>
          <a:p>
            <a:pPr algn="l">
              <a:lnSpc>
                <a:spcPct val="140000"/>
              </a:lnSpc>
            </a:pPr>
            <a:r>
              <a:rPr lang="zh-CN" sz="1400">
                <a:solidFill>
                  <a:srgbClr val="666666"/>
                </a:solidFill>
                <a:latin typeface="思源黑体 CN Regular" panose="020B0500000000000000" charset="-122"/>
                <a:ea typeface="思源黑体 CN Regular" panose="020B0500000000000000" charset="-122"/>
              </a:rPr>
              <a:t>产品内容的特点介绍，</a:t>
            </a:r>
            <a:r>
              <a:rPr lang="zh-CN" sz="1400">
                <a:solidFill>
                  <a:srgbClr val="666666"/>
                </a:solidFill>
                <a:latin typeface="思源黑体 CN Regular" panose="020B0500000000000000" charset="-122"/>
                <a:ea typeface="思源黑体 CN Regular" panose="020B0500000000000000" charset="-122"/>
                <a:sym typeface="+mn-ea"/>
              </a:rPr>
              <a:t>产品内容的特点介绍产品内容的特点介绍，产品内容的特点介绍产品内容的特点介绍，产品内容的特点介绍。产品内容的特点介绍，产品内容的特点介绍产品内容的特点介绍。</a:t>
            </a:r>
            <a:endParaRPr lang="zh-CN" sz="1400">
              <a:solidFill>
                <a:srgbClr val="666666"/>
              </a:solidFill>
              <a:latin typeface="思源黑体 CN Regular" panose="020B0500000000000000" charset="-122"/>
              <a:ea typeface="思源黑体 CN Regular" panose="020B0500000000000000" charset="-122"/>
              <a:sym typeface="+mn-ea"/>
            </a:endParaRPr>
          </a:p>
          <a:p>
            <a:pPr algn="l">
              <a:lnSpc>
                <a:spcPct val="140000"/>
              </a:lnSpc>
            </a:pPr>
            <a:endParaRPr lang="zh-CN" sz="1400">
              <a:solidFill>
                <a:srgbClr val="666666"/>
              </a:solidFill>
              <a:latin typeface="思源黑体 CN Regular" panose="020B0500000000000000" charset="-122"/>
              <a:ea typeface="思源黑体 CN Regular" panose="020B0500000000000000" charset="-122"/>
              <a:sym typeface="+mn-ea"/>
            </a:endParaRPr>
          </a:p>
          <a:p>
            <a:pPr algn="l">
              <a:lnSpc>
                <a:spcPct val="140000"/>
              </a:lnSpc>
            </a:pPr>
            <a:r>
              <a:rPr lang="zh-CN" sz="1400">
                <a:solidFill>
                  <a:srgbClr val="666666"/>
                </a:solidFill>
                <a:latin typeface="思源黑体 CN Regular" panose="020B0500000000000000" charset="-122"/>
                <a:ea typeface="思源黑体 CN Regular" panose="020B0500000000000000" charset="-122"/>
                <a:sym typeface="+mn-ea"/>
              </a:rPr>
              <a:t>产品内容的特点介绍产品内容的特点介绍，产品内容的特点介绍。产品内容的特点介绍，产品内容的特点介绍产品内容的特点介绍，产品内容的特点介绍产品内容的特点介绍，产品内容的特点介绍。</a:t>
            </a:r>
            <a:endParaRPr lang="zh-CN" sz="1400">
              <a:solidFill>
                <a:srgbClr val="666666"/>
              </a:solidFill>
              <a:latin typeface="思源黑体 CN Regular" panose="020B0500000000000000" charset="-122"/>
              <a:ea typeface="思源黑体 CN Regular" panose="020B0500000000000000" charset="-122"/>
              <a:sym typeface="+mn-ea"/>
            </a:endParaRPr>
          </a:p>
        </p:txBody>
      </p:sp>
      <p:sp>
        <p:nvSpPr>
          <p:cNvPr id="23" name="iṩ1ïďe"/>
          <p:cNvSpPr/>
          <p:nvPr/>
        </p:nvSpPr>
        <p:spPr>
          <a:xfrm>
            <a:off x="598805" y="1070611"/>
            <a:ext cx="1641475" cy="518795"/>
          </a:xfrm>
          <a:prstGeom prst="rect">
            <a:avLst/>
          </a:prstGeom>
        </p:spPr>
        <p:txBody>
          <a:bodyPr wrap="square" lIns="91440" tIns="90170" rIns="91440" bIns="90170" anchor="t" anchorCtr="0">
            <a:normAutofit fontScale="90000" lnSpcReduction="20000"/>
          </a:bodyPr>
          <a:lstStyle>
            <a:lvl1pPr marL="0" indent="0" algn="l">
              <a:buNone/>
              <a:defRPr sz="2600" b="1">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lgn="l">
              <a:buClrTx/>
              <a:buSzTx/>
              <a:buFontTx/>
            </a:pPr>
            <a:r>
              <a:rPr lang="zh-CN" altLang="en-US" sz="2200" b="0" dirty="0">
                <a:solidFill>
                  <a:srgbClr val="333333"/>
                </a:solidFill>
                <a:latin typeface="思源黑体 CN Bold" panose="020B0800000000000000" charset="-122"/>
                <a:ea typeface="思源黑体 CN Bold" panose="020B0800000000000000" charset="-122"/>
                <a:sym typeface="+mn-ea"/>
              </a:rPr>
              <a:t>标题内容</a:t>
            </a:r>
            <a:endParaRPr lang="zh-CN" altLang="en-US" sz="2200" b="0" dirty="0">
              <a:solidFill>
                <a:srgbClr val="333333"/>
              </a:solidFill>
              <a:latin typeface="思源黑体 CN Bold" panose="020B0800000000000000" charset="-122"/>
              <a:ea typeface="思源黑体 CN Bold" panose="020B0800000000000000" charset="-122"/>
              <a:sym typeface="+mn-ea"/>
            </a:endParaRPr>
          </a:p>
        </p:txBody>
      </p:sp>
      <p:sp>
        <p:nvSpPr>
          <p:cNvPr id="24" name="矩形 23"/>
          <p:cNvSpPr/>
          <p:nvPr/>
        </p:nvSpPr>
        <p:spPr>
          <a:xfrm>
            <a:off x="698500" y="1450340"/>
            <a:ext cx="288000" cy="28800"/>
          </a:xfrm>
          <a:prstGeom prst="rect">
            <a:avLst/>
          </a:prstGeom>
          <a:solidFill>
            <a:srgbClr val="FF8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3" name="组合 2"/>
          <p:cNvGrpSpPr/>
          <p:nvPr>
            <p:custDataLst>
              <p:tags r:id="rId1"/>
            </p:custDataLst>
          </p:nvPr>
        </p:nvGrpSpPr>
        <p:grpSpPr>
          <a:xfrm>
            <a:off x="611505" y="3552825"/>
            <a:ext cx="2282190" cy="2230755"/>
            <a:chOff x="8471" y="5591"/>
            <a:chExt cx="3594" cy="3513"/>
          </a:xfrm>
        </p:grpSpPr>
        <p:sp>
          <p:nvSpPr>
            <p:cNvPr id="38" name="矩形 37"/>
            <p:cNvSpPr/>
            <p:nvPr>
              <p:custDataLst>
                <p:tags r:id="rId2"/>
              </p:custDataLst>
            </p:nvPr>
          </p:nvSpPr>
          <p:spPr>
            <a:xfrm>
              <a:off x="8471" y="5591"/>
              <a:ext cx="3594" cy="35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文本框 39"/>
            <p:cNvSpPr txBox="1"/>
            <p:nvPr>
              <p:custDataLst>
                <p:tags r:id="rId3"/>
              </p:custDataLst>
            </p:nvPr>
          </p:nvSpPr>
          <p:spPr>
            <a:xfrm>
              <a:off x="8870" y="7057"/>
              <a:ext cx="2796" cy="580"/>
            </a:xfrm>
            <a:prstGeom prst="rect">
              <a:avLst/>
            </a:prstGeom>
            <a:noFill/>
          </p:spPr>
          <p:txBody>
            <a:bodyPr wrap="square" rtlCol="0">
              <a:spAutoFit/>
            </a:bodyPr>
            <a:p>
              <a:pPr algn="ctr"/>
              <a:r>
                <a:rPr lang="zh-CN" altLang="en-US">
                  <a:solidFill>
                    <a:schemeClr val="bg1"/>
                  </a:solidFill>
                  <a:sym typeface="+mn-ea"/>
                </a:rPr>
                <a:t>产品图</a:t>
              </a:r>
              <a:endParaRPr lang="zh-CN" altLang="en-US">
                <a:solidFill>
                  <a:schemeClr val="bg1"/>
                </a:solidFill>
                <a:sym typeface="+mn-ea"/>
              </a:endParaRPr>
            </a:p>
          </p:txBody>
        </p:sp>
      </p:grpSp>
      <p:grpSp>
        <p:nvGrpSpPr>
          <p:cNvPr id="5" name="组合 4"/>
          <p:cNvGrpSpPr/>
          <p:nvPr>
            <p:custDataLst>
              <p:tags r:id="rId4"/>
            </p:custDataLst>
          </p:nvPr>
        </p:nvGrpSpPr>
        <p:grpSpPr>
          <a:xfrm>
            <a:off x="3364230" y="3552825"/>
            <a:ext cx="2282190" cy="2230755"/>
            <a:chOff x="8471" y="5591"/>
            <a:chExt cx="3594" cy="3513"/>
          </a:xfrm>
        </p:grpSpPr>
        <p:sp>
          <p:nvSpPr>
            <p:cNvPr id="9" name="矩形 8"/>
            <p:cNvSpPr/>
            <p:nvPr>
              <p:custDataLst>
                <p:tags r:id="rId5"/>
              </p:custDataLst>
            </p:nvPr>
          </p:nvSpPr>
          <p:spPr>
            <a:xfrm>
              <a:off x="8471" y="5591"/>
              <a:ext cx="3594" cy="35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文本框 11"/>
            <p:cNvSpPr txBox="1"/>
            <p:nvPr>
              <p:custDataLst>
                <p:tags r:id="rId6"/>
              </p:custDataLst>
            </p:nvPr>
          </p:nvSpPr>
          <p:spPr>
            <a:xfrm>
              <a:off x="8870" y="7057"/>
              <a:ext cx="2796" cy="580"/>
            </a:xfrm>
            <a:prstGeom prst="rect">
              <a:avLst/>
            </a:prstGeom>
            <a:noFill/>
          </p:spPr>
          <p:txBody>
            <a:bodyPr wrap="square" rtlCol="0">
              <a:spAutoFit/>
            </a:bodyPr>
            <a:p>
              <a:pPr algn="ctr"/>
              <a:r>
                <a:rPr lang="zh-CN" altLang="en-US">
                  <a:solidFill>
                    <a:schemeClr val="bg1"/>
                  </a:solidFill>
                  <a:sym typeface="+mn-ea"/>
                </a:rPr>
                <a:t>产品图</a:t>
              </a:r>
              <a:endParaRPr lang="zh-CN" altLang="en-US">
                <a:solidFill>
                  <a:schemeClr val="bg1"/>
                </a:solidFill>
                <a:sym typeface="+mn-ea"/>
              </a:endParaRPr>
            </a:p>
          </p:txBody>
        </p:sp>
      </p:grpSp>
      <p:grpSp>
        <p:nvGrpSpPr>
          <p:cNvPr id="13" name="组合 12"/>
          <p:cNvGrpSpPr/>
          <p:nvPr>
            <p:custDataLst>
              <p:tags r:id="rId7"/>
            </p:custDataLst>
          </p:nvPr>
        </p:nvGrpSpPr>
        <p:grpSpPr>
          <a:xfrm>
            <a:off x="6116955" y="3552825"/>
            <a:ext cx="2282190" cy="2230755"/>
            <a:chOff x="8471" y="5591"/>
            <a:chExt cx="3594" cy="3513"/>
          </a:xfrm>
        </p:grpSpPr>
        <p:sp>
          <p:nvSpPr>
            <p:cNvPr id="16" name="矩形 15"/>
            <p:cNvSpPr/>
            <p:nvPr>
              <p:custDataLst>
                <p:tags r:id="rId8"/>
              </p:custDataLst>
            </p:nvPr>
          </p:nvSpPr>
          <p:spPr>
            <a:xfrm>
              <a:off x="8471" y="5591"/>
              <a:ext cx="3594" cy="35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文本框 16"/>
            <p:cNvSpPr txBox="1"/>
            <p:nvPr>
              <p:custDataLst>
                <p:tags r:id="rId9"/>
              </p:custDataLst>
            </p:nvPr>
          </p:nvSpPr>
          <p:spPr>
            <a:xfrm>
              <a:off x="8870" y="7057"/>
              <a:ext cx="2796" cy="580"/>
            </a:xfrm>
            <a:prstGeom prst="rect">
              <a:avLst/>
            </a:prstGeom>
            <a:noFill/>
          </p:spPr>
          <p:txBody>
            <a:bodyPr wrap="square" rtlCol="0">
              <a:spAutoFit/>
            </a:bodyPr>
            <a:p>
              <a:pPr algn="ctr"/>
              <a:r>
                <a:rPr lang="zh-CN" altLang="en-US">
                  <a:solidFill>
                    <a:schemeClr val="bg1"/>
                  </a:solidFill>
                  <a:sym typeface="+mn-ea"/>
                </a:rPr>
                <a:t>产品图</a:t>
              </a:r>
              <a:endParaRPr lang="zh-CN" altLang="en-US">
                <a:solidFill>
                  <a:schemeClr val="bg1"/>
                </a:solidFill>
                <a:sym typeface="+mn-ea"/>
              </a:endParaRPr>
            </a:p>
          </p:txBody>
        </p:sp>
      </p:grpSp>
      <p:grpSp>
        <p:nvGrpSpPr>
          <p:cNvPr id="18" name="组合 17"/>
          <p:cNvGrpSpPr/>
          <p:nvPr>
            <p:custDataLst>
              <p:tags r:id="rId10"/>
            </p:custDataLst>
          </p:nvPr>
        </p:nvGrpSpPr>
        <p:grpSpPr>
          <a:xfrm>
            <a:off x="8869680" y="3552825"/>
            <a:ext cx="2282190" cy="2230755"/>
            <a:chOff x="8471" y="5591"/>
            <a:chExt cx="3594" cy="3513"/>
          </a:xfrm>
        </p:grpSpPr>
        <p:sp>
          <p:nvSpPr>
            <p:cNvPr id="19" name="矩形 18"/>
            <p:cNvSpPr/>
            <p:nvPr>
              <p:custDataLst>
                <p:tags r:id="rId11"/>
              </p:custDataLst>
            </p:nvPr>
          </p:nvSpPr>
          <p:spPr>
            <a:xfrm>
              <a:off x="8471" y="5591"/>
              <a:ext cx="3594" cy="35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文本框 19"/>
            <p:cNvSpPr txBox="1"/>
            <p:nvPr>
              <p:custDataLst>
                <p:tags r:id="rId12"/>
              </p:custDataLst>
            </p:nvPr>
          </p:nvSpPr>
          <p:spPr>
            <a:xfrm>
              <a:off x="8870" y="7057"/>
              <a:ext cx="2796" cy="580"/>
            </a:xfrm>
            <a:prstGeom prst="rect">
              <a:avLst/>
            </a:prstGeom>
            <a:noFill/>
          </p:spPr>
          <p:txBody>
            <a:bodyPr wrap="square" rtlCol="0">
              <a:spAutoFit/>
            </a:bodyPr>
            <a:p>
              <a:pPr algn="ctr"/>
              <a:r>
                <a:rPr lang="zh-CN" altLang="en-US">
                  <a:solidFill>
                    <a:schemeClr val="bg1"/>
                  </a:solidFill>
                  <a:sym typeface="+mn-ea"/>
                </a:rPr>
                <a:t>产品图</a:t>
              </a:r>
              <a:endParaRPr lang="zh-CN" altLang="en-US">
                <a:solidFill>
                  <a:schemeClr val="bg1"/>
                </a:solidFill>
                <a:sym typeface="+mn-ea"/>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5590" y="182245"/>
            <a:ext cx="7586980" cy="521970"/>
          </a:xfrm>
          <a:prstGeom prst="rect">
            <a:avLst/>
          </a:prstGeom>
        </p:spPr>
        <p:txBody>
          <a:bodyPr wrap="square">
            <a:spAutoFit/>
          </a:bodyPr>
          <a:p>
            <a:pPr lvl="0" algn="l">
              <a:buClrTx/>
              <a:buSzTx/>
              <a:buFontTx/>
            </a:pPr>
            <a:r>
              <a:rPr lang="zh-CN" altLang="en-US" sz="2800" dirty="0">
                <a:solidFill>
                  <a:srgbClr val="0FAF9B"/>
                </a:solidFill>
                <a:latin typeface="思源黑体 CN Bold" panose="020B0800000000000000" charset="-122"/>
                <a:ea typeface="思源黑体 CN Bold" panose="020B0800000000000000" charset="-122"/>
                <a:sym typeface="+mn-ea"/>
              </a:rPr>
              <a:t>在这输入你的大标题</a:t>
            </a:r>
            <a:endParaRPr lang="zh-CN" altLang="en-US" sz="2800" dirty="0">
              <a:solidFill>
                <a:srgbClr val="0FAF9B"/>
              </a:solidFill>
              <a:latin typeface="思源黑体 CN Bold" panose="020B0800000000000000" charset="-122"/>
              <a:ea typeface="思源黑体 CN Bold" panose="020B0800000000000000" charset="-122"/>
              <a:sym typeface="+mn-ea"/>
            </a:endParaRPr>
          </a:p>
        </p:txBody>
      </p:sp>
      <p:sp>
        <p:nvSpPr>
          <p:cNvPr id="22" name="文本框 21"/>
          <p:cNvSpPr txBox="1"/>
          <p:nvPr/>
        </p:nvSpPr>
        <p:spPr>
          <a:xfrm>
            <a:off x="598805" y="1619885"/>
            <a:ext cx="10939780" cy="694055"/>
          </a:xfrm>
          <a:prstGeom prst="rect">
            <a:avLst/>
          </a:prstGeom>
          <a:noFill/>
        </p:spPr>
        <p:txBody>
          <a:bodyPr wrap="square" rtlCol="0">
            <a:spAutoFit/>
          </a:bodyPr>
          <a:p>
            <a:pPr algn="l">
              <a:lnSpc>
                <a:spcPct val="140000"/>
              </a:lnSpc>
            </a:pPr>
            <a:r>
              <a:rPr lang="zh-CN" sz="1400">
                <a:solidFill>
                  <a:srgbClr val="666666"/>
                </a:solidFill>
                <a:latin typeface="思源黑体 CN Regular" panose="020B0500000000000000" charset="-122"/>
                <a:ea typeface="思源黑体 CN Regular" panose="020B0500000000000000" charset="-122"/>
              </a:rPr>
              <a:t>产品内容的特点介绍，</a:t>
            </a:r>
            <a:r>
              <a:rPr lang="zh-CN" sz="1400">
                <a:solidFill>
                  <a:srgbClr val="666666"/>
                </a:solidFill>
                <a:latin typeface="思源黑体 CN Regular" panose="020B0500000000000000" charset="-122"/>
                <a:ea typeface="思源黑体 CN Regular" panose="020B0500000000000000" charset="-122"/>
                <a:sym typeface="+mn-ea"/>
              </a:rPr>
              <a:t>产品内容的特点介绍产品内容的特点介绍，产品内容的特点介绍产品内容的特点介绍，产品内容的特点介绍。产品内容的特点介绍，产品内容的特点介绍产品内容的特点介绍。</a:t>
            </a:r>
            <a:endParaRPr lang="zh-CN" sz="1400">
              <a:solidFill>
                <a:srgbClr val="666666"/>
              </a:solidFill>
              <a:latin typeface="思源黑体 CN Regular" panose="020B0500000000000000" charset="-122"/>
              <a:ea typeface="思源黑体 CN Regular" panose="020B0500000000000000" charset="-122"/>
              <a:sym typeface="+mn-ea"/>
            </a:endParaRPr>
          </a:p>
        </p:txBody>
      </p:sp>
      <p:sp>
        <p:nvSpPr>
          <p:cNvPr id="23" name="iṩ1ïďe"/>
          <p:cNvSpPr/>
          <p:nvPr/>
        </p:nvSpPr>
        <p:spPr>
          <a:xfrm>
            <a:off x="598805" y="1070611"/>
            <a:ext cx="1641475" cy="518795"/>
          </a:xfrm>
          <a:prstGeom prst="rect">
            <a:avLst/>
          </a:prstGeom>
        </p:spPr>
        <p:txBody>
          <a:bodyPr wrap="square" lIns="91440" tIns="90170" rIns="91440" bIns="90170" anchor="t" anchorCtr="0">
            <a:normAutofit fontScale="90000" lnSpcReduction="20000"/>
          </a:bodyPr>
          <a:lstStyle>
            <a:lvl1pPr marL="0" indent="0" algn="l">
              <a:buNone/>
              <a:defRPr sz="2600" b="1">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lgn="l">
              <a:buClrTx/>
              <a:buSzTx/>
              <a:buFontTx/>
            </a:pPr>
            <a:r>
              <a:rPr lang="zh-CN" altLang="en-US" sz="2200" b="0" dirty="0">
                <a:solidFill>
                  <a:srgbClr val="333333"/>
                </a:solidFill>
                <a:latin typeface="思源黑体 CN Bold" panose="020B0800000000000000" charset="-122"/>
                <a:ea typeface="思源黑体 CN Bold" panose="020B0800000000000000" charset="-122"/>
                <a:sym typeface="+mn-ea"/>
              </a:rPr>
              <a:t>标题内容</a:t>
            </a:r>
            <a:endParaRPr lang="zh-CN" altLang="en-US" sz="2200" b="0" dirty="0">
              <a:solidFill>
                <a:srgbClr val="333333"/>
              </a:solidFill>
              <a:latin typeface="思源黑体 CN Bold" panose="020B0800000000000000" charset="-122"/>
              <a:ea typeface="思源黑体 CN Bold" panose="020B0800000000000000" charset="-122"/>
              <a:sym typeface="+mn-ea"/>
            </a:endParaRPr>
          </a:p>
        </p:txBody>
      </p:sp>
      <p:sp>
        <p:nvSpPr>
          <p:cNvPr id="24" name="矩形 23"/>
          <p:cNvSpPr/>
          <p:nvPr/>
        </p:nvSpPr>
        <p:spPr>
          <a:xfrm>
            <a:off x="698500" y="1450340"/>
            <a:ext cx="288000" cy="28800"/>
          </a:xfrm>
          <a:prstGeom prst="rect">
            <a:avLst/>
          </a:prstGeom>
          <a:solidFill>
            <a:srgbClr val="FF8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aphicFrame>
        <p:nvGraphicFramePr>
          <p:cNvPr id="2" name="表格 1"/>
          <p:cNvGraphicFramePr>
            <a:graphicFrameLocks noGrp="1"/>
          </p:cNvGraphicFramePr>
          <p:nvPr/>
        </p:nvGraphicFramePr>
        <p:xfrm>
          <a:off x="4793585" y="2707326"/>
          <a:ext cx="6744394" cy="3075305"/>
        </p:xfrm>
        <a:graphic>
          <a:graphicData uri="http://schemas.openxmlformats.org/drawingml/2006/table">
            <a:tbl>
              <a:tblPr firstRow="1" bandRow="1">
                <a:tableStyleId>{5C22544A-7EE6-4342-B048-85BDC9FD1C3A}</a:tableStyleId>
              </a:tblPr>
              <a:tblGrid>
                <a:gridCol w="1529771"/>
                <a:gridCol w="1630268"/>
                <a:gridCol w="1463455"/>
                <a:gridCol w="2120900"/>
              </a:tblGrid>
              <a:tr h="258445">
                <a:tc gridSpan="2">
                  <a:txBody>
                    <a:bodyPr/>
                    <a:p>
                      <a:pPr algn="l" defTabSz="1043305" fontAlgn="ctr">
                        <a:spcAft>
                          <a:spcPts val="0"/>
                        </a:spcAft>
                        <a:buClrTx/>
                        <a:buSzTx/>
                        <a:buFontTx/>
                        <a:buNone/>
                      </a:pPr>
                      <a:r>
                        <a:rPr lang="en-US" altLang="zh-CN" sz="1000" b="1" dirty="0">
                          <a:solidFill>
                            <a:srgbClr val="3E3A39"/>
                          </a:solidFill>
                          <a:effectLst/>
                          <a:latin typeface="Arial" panose="020B0604020202020204" pitchFamily="34" charset="0"/>
                          <a:ea typeface="思源黑体 CN Regular" panose="020B0500000000000000" charset="-122"/>
                          <a:cs typeface="Arial" panose="020B0604020202020204" pitchFamily="34" charset="0"/>
                        </a:rPr>
                        <a:t>Basic parameter</a:t>
                      </a:r>
                      <a:endParaRPr lang="en-US" altLang="zh-CN" sz="1000" b="1" dirty="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nchorCtr="0">
                    <a:solidFill>
                      <a:schemeClr val="bg2"/>
                    </a:solidFill>
                  </a:tcPr>
                </a:tc>
                <a:tc hMerge="1">
                  <a:tcPr>
                    <a:solidFill>
                      <a:schemeClr val="accent3">
                        <a:lumMod val="20000"/>
                        <a:lumOff val="80000"/>
                      </a:schemeClr>
                    </a:solidFill>
                  </a:tcPr>
                </a:tc>
                <a:tc gridSpan="2">
                  <a:txBody>
                    <a:bodyPr/>
                    <a:p>
                      <a:pPr algn="l" defTabSz="1043305" fontAlgn="ctr">
                        <a:spcAft>
                          <a:spcPts val="0"/>
                        </a:spcAft>
                        <a:buClrTx/>
                        <a:buSzTx/>
                        <a:buFontTx/>
                        <a:buNone/>
                      </a:pPr>
                      <a:r>
                        <a:rPr lang="en-US" altLang="zh-CN" sz="1000" b="1" dirty="0">
                          <a:solidFill>
                            <a:srgbClr val="3E3A39"/>
                          </a:solidFill>
                          <a:effectLst/>
                          <a:latin typeface="Arial" panose="020B0604020202020204" pitchFamily="34" charset="0"/>
                          <a:ea typeface="思源黑体 CN Regular" panose="020B0500000000000000" charset="-122"/>
                          <a:cs typeface="Arial" panose="020B0604020202020204" pitchFamily="34" charset="0"/>
                        </a:rPr>
                        <a:t>Communication</a:t>
                      </a:r>
                      <a:endParaRPr lang="en-US" altLang="zh-CN" sz="1000" b="1" dirty="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nchorCtr="0">
                    <a:solidFill>
                      <a:schemeClr val="bg2"/>
                    </a:solidFill>
                  </a:tcPr>
                </a:tc>
                <a:tc hMerge="1">
                  <a:tcPr>
                    <a:solidFill>
                      <a:schemeClr val="accent3">
                        <a:lumMod val="20000"/>
                        <a:lumOff val="80000"/>
                      </a:schemeClr>
                    </a:solidFill>
                  </a:tcPr>
                </a:tc>
              </a:tr>
              <a:tr h="220345">
                <a:tc>
                  <a:txBody>
                    <a:bodyPr/>
                    <a:p>
                      <a:pPr algn="l">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Cooling mode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chemeClr val="bg1"/>
                    </a:solidFill>
                  </a:tcPr>
                </a:tc>
                <a:tc>
                  <a:txBody>
                    <a:bodyPr/>
                    <a:p>
                      <a:pPr algn="l">
                        <a:buClrTx/>
                        <a:buSzTx/>
                        <a:buFontTx/>
                        <a:buNone/>
                      </a:pPr>
                      <a:r>
                        <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Natural cooling</a:t>
                      </a:r>
                      <a:endPar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chemeClr val="bg1"/>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Alarm  output</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chemeClr val="bg1"/>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2 Dry contact</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chemeClr val="bg1"/>
                    </a:solidFill>
                  </a:tcPr>
                </a:tc>
              </a:tr>
              <a:tr h="170180">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Protection level</a:t>
                      </a:r>
                      <a:endParaRPr lang="en-US" altLang="zh-CN"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chemeClr val="bg2"/>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IP20</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chemeClr val="bg2"/>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Communication  port</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chemeClr val="bg2"/>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RS485, RS232</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chemeClr val="bg2"/>
                    </a:solidFill>
                  </a:tcPr>
                </a:tc>
              </a:tr>
              <a:tr h="223520">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Nominal voltage </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chemeClr val="bg1"/>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48V</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chemeClr val="bg1"/>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Parallel mode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1"/>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Manual dialing</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1"/>
                    </a:solidFill>
                  </a:tcPr>
                </a:tc>
              </a:tr>
              <a:tr h="220980">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Capacity</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chemeClr val="bg2"/>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100Ah</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chemeClr val="bg2"/>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Display  mode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2"/>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Upper computer</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2"/>
                    </a:solidFill>
                  </a:tcPr>
                </a:tc>
              </a:tr>
              <a:tr h="179070">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End of charge voltage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chemeClr val="bg1"/>
                    </a:solidFill>
                  </a:tcPr>
                </a:tc>
                <a:tc>
                  <a:txBody>
                    <a:bodyPr/>
                    <a:p>
                      <a:pPr marL="0" marR="0" lvl="0" algn="l" defTabSz="755650" rtl="0" eaLnBrk="1" fontAlgn="auto" latinLnBrk="0" hangingPunct="1">
                        <a:lnSpc>
                          <a:spcPct val="100000"/>
                        </a:lnSpc>
                        <a:spcBef>
                          <a:spcPts val="0"/>
                        </a:spcBef>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54V</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solidFill>
                      <a:schemeClr val="bg1"/>
                    </a:solidFill>
                  </a:tcPr>
                </a:tc>
                <a:tc>
                  <a:txBody>
                    <a:bodyPr/>
                    <a:p>
                      <a:pPr algn="l" defTabSz="1043305">
                        <a:spcAft>
                          <a:spcPts val="0"/>
                        </a:spcAft>
                        <a:buClrTx/>
                        <a:buSzTx/>
                        <a:buFontTx/>
                        <a:buNone/>
                      </a:pPr>
                      <a:r>
                        <a:rPr lang="en-US" altLang="zh-CN" sz="800" kern="120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Environment</a:t>
                      </a:r>
                      <a:endParaRPr lang="en-US" altLang="zh-CN" sz="800" kern="120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chemeClr val="bg1"/>
                    </a:solidFill>
                  </a:tcPr>
                </a:tc>
                <a:tc>
                  <a:txBody>
                    <a:bodyPr/>
                    <a:p>
                      <a:pPr algn="l">
                        <a:buClrTx/>
                        <a:buSzTx/>
                        <a:buFontTx/>
                        <a:buNone/>
                      </a:pP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chemeClr val="bg1"/>
                    </a:solidFill>
                  </a:tcPr>
                </a:tc>
              </a:tr>
              <a:tr h="0">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Energy</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E7E6E6"/>
                    </a:solidFill>
                  </a:tcPr>
                </a:tc>
                <a:tc>
                  <a:txBody>
                    <a:bodyPr/>
                    <a:p>
                      <a:pPr marL="0" marR="0" lvl="0" algn="l" defTabSz="755650" rtl="0" eaLnBrk="1" fontAlgn="auto" latinLnBrk="0" hangingPunct="1">
                        <a:lnSpc>
                          <a:spcPct val="100000"/>
                        </a:lnSpc>
                        <a:spcBef>
                          <a:spcPts val="0"/>
                        </a:spcBef>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rPr>
                        <a:t>4.8kWh</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nchorCtr="0">
                    <a:solidFill>
                      <a:srgbClr val="E7E6E6"/>
                    </a:solidFill>
                  </a:tcPr>
                </a:tc>
                <a:tc>
                  <a:txBody>
                    <a:bodyPr/>
                    <a:p>
                      <a:pPr marL="0" algn="l" defTabSz="755650" rtl="0" eaLnBrk="1" latinLnBrk="0" hangingPunct="1">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Operating  temperature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rgbClr val="E7E6E6"/>
                    </a:solidFill>
                  </a:tcPr>
                </a:tc>
                <a:tc>
                  <a:txBody>
                    <a:bodyPr/>
                    <a:p>
                      <a:pPr marL="0" algn="l" defTabSz="755650" rtl="0" eaLnBrk="1" latinLnBrk="0" hangingPunct="1">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Charging: 0~55℃</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p>
                      <a:pPr marL="0" algn="l" defTabSz="755650" rtl="0" eaLnBrk="1" latinLnBrk="0" hangingPunct="1">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Discharging: -10-55℃</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rgbClr val="DBDADB"/>
                    </a:solidFill>
                  </a:tcPr>
                </a:tc>
              </a:tr>
              <a:tr h="274320">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Over discharge protection voltage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rgbClr val="FFFFFF"/>
                    </a:solidFill>
                  </a:tcPr>
                </a:tc>
                <a:tc>
                  <a:txBody>
                    <a:bodyPr/>
                    <a:p>
                      <a:pPr algn="l">
                        <a:buClrTx/>
                        <a:buSzTx/>
                        <a:buFontTx/>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rPr>
                        <a:t>40.5V</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solidFill>
                      <a:srgbClr val="FFFFFF"/>
                    </a:solidFill>
                  </a:tcPr>
                </a:tc>
                <a:tc>
                  <a:txBody>
                    <a:bodyPr/>
                    <a:p>
                      <a:pPr marL="0" algn="l" defTabSz="755650" rtl="0" eaLnBrk="1" latinLnBrk="0" hangingPunct="1">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Storage  temperature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FFFFFF"/>
                    </a:solidFill>
                  </a:tcPr>
                </a:tc>
                <a:tc>
                  <a:txBody>
                    <a:bodyPr/>
                    <a:p>
                      <a:pPr marL="0" algn="l" defTabSz="755650" rtl="0" eaLnBrk="1" latinLnBrk="0" hangingPunct="1">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-20℃~+45℃</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FFFFFF"/>
                    </a:solidFill>
                  </a:tcPr>
                </a:tc>
              </a:tr>
              <a:tr h="170180">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Maximum continuous discharge current</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rgbClr val="E7E6E6"/>
                    </a:solidFill>
                  </a:tcPr>
                </a:tc>
                <a:tc>
                  <a:txBody>
                    <a:bodyPr/>
                    <a:p>
                      <a:pPr algn="l">
                        <a:buClrTx/>
                        <a:buSzTx/>
                        <a:buFontTx/>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rPr>
                        <a:t>100A（1c）</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solidFill>
                      <a:srgbClr val="E7E6E6"/>
                    </a:solidFill>
                  </a:tcPr>
                </a:tc>
                <a:tc>
                  <a:txBody>
                    <a:bodyPr/>
                    <a:p>
                      <a:pPr marL="0" algn="l" defTabSz="755650" rtl="0" eaLnBrk="1" latinLnBrk="0" hangingPunct="1">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Operating  humidity</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E7E6E6"/>
                    </a:solidFill>
                  </a:tcPr>
                </a:tc>
                <a:tc>
                  <a:txBody>
                    <a:bodyPr/>
                    <a:p>
                      <a:pPr marL="0" algn="l" defTabSz="755650" rtl="0" eaLnBrk="1" latinLnBrk="0" hangingPunct="1">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5%~95%(non-condensing)</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E7E6E6"/>
                    </a:solidFill>
                  </a:tcPr>
                </a:tc>
              </a:tr>
              <a:tr h="170180">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Anti-theft function</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FFFFFF"/>
                    </a:solidFill>
                  </a:tcPr>
                </a:tc>
                <a:tc>
                  <a:txBody>
                    <a:bodyPr/>
                    <a:p>
                      <a:pPr algn="l">
                        <a:buClrTx/>
                        <a:buSzTx/>
                        <a:buFontTx/>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rPr>
                        <a:t>Optional gyroscope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solidFill>
                      <a:srgbClr val="FFFFFF"/>
                    </a:solidFill>
                  </a:tcPr>
                </a:tc>
                <a:tc>
                  <a:txBody>
                    <a:bodyPr/>
                    <a:p>
                      <a:pPr marL="0" algn="l" defTabSz="755650" rtl="0" eaLnBrk="1" latinLnBrk="0" hangingPunct="1">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Altitude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FFFFFF"/>
                    </a:solidFill>
                  </a:tcPr>
                </a:tc>
                <a:tc>
                  <a:txBody>
                    <a:bodyPr/>
                    <a:p>
                      <a:pPr marL="0" marR="0" lvl="0" algn="l" defTabSz="755650" rtl="0" eaLnBrk="1" fontAlgn="auto" latinLnBrk="0" hangingPunct="1">
                        <a:lnSpc>
                          <a:spcPct val="100000"/>
                        </a:lnSpc>
                        <a:spcBef>
                          <a:spcPts val="0"/>
                        </a:spcBef>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0~4000m(If the altitude is within the range of 3000m to 4000m, the maximum operating temperature decreases by 1℃ as the altitude increases by 200m.)</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rgbClr val="FFFFFF"/>
                    </a:solidFill>
                  </a:tcPr>
                </a:tc>
              </a:tr>
              <a:tr h="198120">
                <a:tc>
                  <a:txBody>
                    <a:bodyPr/>
                    <a:p>
                      <a:pPr algn="l">
                        <a:buClrTx/>
                        <a:buSzTx/>
                        <a:buFontTx/>
                        <a:buNone/>
                      </a:pPr>
                      <a:r>
                        <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Charge current (current limited)</a:t>
                      </a:r>
                      <a:endPar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rgbClr val="E7E6E6"/>
                    </a:solidFill>
                  </a:tcPr>
                </a:tc>
                <a:tc>
                  <a:txBody>
                    <a:bodyPr/>
                    <a:p>
                      <a:pPr algn="l">
                        <a:buClrTx/>
                        <a:buSzTx/>
                        <a:buFontTx/>
                      </a:pPr>
                      <a:r>
                        <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rPr>
                        <a:t>10A</a:t>
                      </a:r>
                      <a:endPar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solidFill>
                      <a:srgbClr val="E7E6E6"/>
                    </a:solidFill>
                  </a:tcPr>
                </a:tc>
                <a:tc>
                  <a:txBody>
                    <a:bodyPr/>
                    <a:p>
                      <a:pPr algn="l">
                        <a:buClrTx/>
                        <a:buSzTx/>
                        <a:buFontTx/>
                        <a:buNone/>
                      </a:pPr>
                      <a:r>
                        <a:rPr lang="en-US" altLang="zh-CN" sz="800" kern="120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Certification</a:t>
                      </a:r>
                      <a:endParaRPr lang="en-US" altLang="zh-CN" sz="800" kern="120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rgbClr val="E7E6E6"/>
                    </a:solidFill>
                  </a:tcPr>
                </a:tc>
                <a:tc>
                  <a:txBody>
                    <a:bodyPr/>
                    <a:p>
                      <a:pPr algn="l">
                        <a:buClrTx/>
                        <a:buSzTx/>
                        <a:buFontTx/>
                      </a:pP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solidFill>
                      <a:srgbClr val="E7E6E6"/>
                    </a:solidFill>
                  </a:tcPr>
                </a:tc>
              </a:tr>
              <a:tr h="279082">
                <a:tc>
                  <a:txBody>
                    <a:bodyPr/>
                    <a:p>
                      <a:pPr algn="l">
                        <a:buClrTx/>
                        <a:buSzTx/>
                        <a:buFontTx/>
                        <a:buNone/>
                      </a:pPr>
                      <a:r>
                        <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Cycle life @ 70% SOH 25℃&amp; 0.5 C charge/discharge</a:t>
                      </a:r>
                      <a:endPar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rgbClr val="FFFFFF"/>
                    </a:solidFill>
                  </a:tcPr>
                </a:tc>
                <a:tc>
                  <a:txBody>
                    <a:bodyPr/>
                    <a:p>
                      <a:pPr marL="0" algn="l" defTabSz="755650" rtl="0" eaLnBrk="1" latinLnBrk="0" hangingPunct="1">
                        <a:buClrTx/>
                        <a:buSzTx/>
                        <a:buFontTx/>
                        <a:buNone/>
                      </a:pPr>
                      <a:r>
                        <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4500 cycles</a:t>
                      </a:r>
                      <a:endPar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p>
                      <a:pPr algn="l">
                        <a:buClrTx/>
                        <a:buSzTx/>
                        <a:buFontTx/>
                        <a:buNone/>
                      </a:pPr>
                      <a:endPar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rgbClr val="FFFFFF"/>
                    </a:solidFill>
                  </a:tcPr>
                </a:tc>
                <a:tc>
                  <a:txBody>
                    <a:bodyPr/>
                    <a:p>
                      <a:pPr marL="0" algn="l" defTabSz="755650" rtl="0" eaLnBrk="1" latinLnBrk="0" hangingPunct="1">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Standard</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solidFill>
                      <a:srgbClr val="FFFFFF"/>
                    </a:solidFill>
                  </a:tcPr>
                </a:tc>
                <a:tc>
                  <a:txBody>
                    <a:bodyPr/>
                    <a:p>
                      <a:pPr marL="0" marR="0" lvl="0" algn="l" defTabSz="755650" rtl="0" eaLnBrk="1" fontAlgn="auto" latinLnBrk="0" hangingPunct="1">
                        <a:lnSpc>
                          <a:spcPct val="100000"/>
                        </a:lnSpc>
                        <a:spcBef>
                          <a:spcPts val="0"/>
                        </a:spcBef>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rPr>
                        <a:t>Designed according to IEC62619, IEC62368, EN300386, UN38.3/MSDS</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solidFill>
                      <a:srgbClr val="FFFFFF"/>
                    </a:solidFill>
                  </a:tcPr>
                </a:tc>
              </a:tr>
            </a:tbl>
          </a:graphicData>
        </a:graphic>
      </p:graphicFrame>
      <p:sp>
        <p:nvSpPr>
          <p:cNvPr id="4" name="矩形 3"/>
          <p:cNvSpPr/>
          <p:nvPr/>
        </p:nvSpPr>
        <p:spPr>
          <a:xfrm>
            <a:off x="698500" y="2707640"/>
            <a:ext cx="3804920" cy="32543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文本框 6"/>
          <p:cNvSpPr txBox="1"/>
          <p:nvPr/>
        </p:nvSpPr>
        <p:spPr>
          <a:xfrm>
            <a:off x="1402715" y="4150678"/>
            <a:ext cx="2396490" cy="368300"/>
          </a:xfrm>
          <a:prstGeom prst="rect">
            <a:avLst/>
          </a:prstGeom>
          <a:noFill/>
        </p:spPr>
        <p:txBody>
          <a:bodyPr wrap="square" rtlCol="0">
            <a:spAutoFit/>
          </a:bodyPr>
          <a:p>
            <a:pPr algn="ctr"/>
            <a:r>
              <a:rPr lang="zh-CN" altLang="en-US">
                <a:solidFill>
                  <a:schemeClr val="bg1"/>
                </a:solidFill>
                <a:latin typeface="思源黑体 CN Regular" panose="020B0500000000000000" charset="-122"/>
                <a:ea typeface="思源黑体 CN Regular" panose="020B0500000000000000" charset="-122"/>
              </a:rPr>
              <a:t>产品图</a:t>
            </a:r>
            <a:endParaRPr lang="zh-CN" altLang="en-US">
              <a:solidFill>
                <a:schemeClr val="bg1"/>
              </a:solidFill>
              <a:latin typeface="思源黑体 CN Regular" panose="020B0500000000000000" charset="-122"/>
              <a:ea typeface="思源黑体 CN Regular" panose="020B05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5590" y="182245"/>
            <a:ext cx="7586980" cy="521970"/>
          </a:xfrm>
          <a:prstGeom prst="rect">
            <a:avLst/>
          </a:prstGeom>
        </p:spPr>
        <p:txBody>
          <a:bodyPr wrap="square">
            <a:spAutoFit/>
          </a:bodyPr>
          <a:p>
            <a:pPr lvl="0" algn="l">
              <a:buClrTx/>
              <a:buSzTx/>
              <a:buFontTx/>
            </a:pPr>
            <a:r>
              <a:rPr lang="zh-CN" altLang="en-US" sz="2800" dirty="0">
                <a:solidFill>
                  <a:srgbClr val="0FAF9B"/>
                </a:solidFill>
                <a:latin typeface="思源黑体 CN Bold" panose="020B0800000000000000" charset="-122"/>
                <a:ea typeface="思源黑体 CN Bold" panose="020B0800000000000000" charset="-122"/>
                <a:sym typeface="+mn-ea"/>
              </a:rPr>
              <a:t>在这输入你的大标题</a:t>
            </a:r>
            <a:endParaRPr lang="zh-CN" altLang="en-US" sz="2800" dirty="0">
              <a:solidFill>
                <a:srgbClr val="0FAF9B"/>
              </a:solidFill>
              <a:latin typeface="思源黑体 CN Bold" panose="020B0800000000000000" charset="-122"/>
              <a:ea typeface="思源黑体 CN Bold" panose="020B0800000000000000" charset="-122"/>
              <a:sym typeface="+mn-ea"/>
            </a:endParaRPr>
          </a:p>
        </p:txBody>
      </p:sp>
      <p:graphicFrame>
        <p:nvGraphicFramePr>
          <p:cNvPr id="2" name="表格 1"/>
          <p:cNvGraphicFramePr>
            <a:graphicFrameLocks noGrp="1"/>
          </p:cNvGraphicFramePr>
          <p:nvPr>
            <p:custDataLst>
              <p:tags r:id="rId1"/>
            </p:custDataLst>
          </p:nvPr>
        </p:nvGraphicFramePr>
        <p:xfrm>
          <a:off x="698500" y="2971800"/>
          <a:ext cx="10756900" cy="3228975"/>
        </p:xfrm>
        <a:graphic>
          <a:graphicData uri="http://schemas.openxmlformats.org/drawingml/2006/table">
            <a:tbl>
              <a:tblPr firstRow="1" bandRow="1">
                <a:tableStyleId>{5C22544A-7EE6-4342-B048-85BDC9FD1C3A}</a:tableStyleId>
              </a:tblPr>
              <a:tblGrid>
                <a:gridCol w="2439670"/>
                <a:gridCol w="2599690"/>
                <a:gridCol w="2334895"/>
                <a:gridCol w="3382645"/>
              </a:tblGrid>
              <a:tr h="257175">
                <a:tc gridSpan="2">
                  <a:txBody>
                    <a:bodyPr/>
                    <a:p>
                      <a:pPr algn="l" defTabSz="1043305" fontAlgn="ctr">
                        <a:spcAft>
                          <a:spcPts val="0"/>
                        </a:spcAft>
                        <a:buClrTx/>
                        <a:buSzTx/>
                        <a:buFontTx/>
                        <a:buNone/>
                      </a:pPr>
                      <a:r>
                        <a:rPr lang="en-US" altLang="zh-CN" sz="1000" b="1" dirty="0">
                          <a:solidFill>
                            <a:srgbClr val="3E3A39"/>
                          </a:solidFill>
                          <a:effectLst/>
                          <a:latin typeface="Arial" panose="020B0604020202020204" pitchFamily="34" charset="0"/>
                          <a:ea typeface="思源黑体 CN Regular" panose="020B0500000000000000" charset="-122"/>
                          <a:cs typeface="Arial" panose="020B0604020202020204" pitchFamily="34" charset="0"/>
                        </a:rPr>
                        <a:t>Basic parameter</a:t>
                      </a:r>
                      <a:endParaRPr lang="en-US" altLang="zh-CN" sz="1000" b="1" dirty="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nchorCtr="0">
                    <a:solidFill>
                      <a:schemeClr val="bg2"/>
                    </a:solidFill>
                  </a:tcPr>
                </a:tc>
                <a:tc hMerge="1">
                  <a:tcPr>
                    <a:solidFill>
                      <a:schemeClr val="accent3">
                        <a:lumMod val="20000"/>
                        <a:lumOff val="80000"/>
                      </a:schemeClr>
                    </a:solidFill>
                  </a:tcPr>
                </a:tc>
                <a:tc gridSpan="2">
                  <a:txBody>
                    <a:bodyPr/>
                    <a:p>
                      <a:pPr algn="l" defTabSz="1043305" fontAlgn="ctr">
                        <a:spcAft>
                          <a:spcPts val="0"/>
                        </a:spcAft>
                        <a:buClrTx/>
                        <a:buSzTx/>
                        <a:buFontTx/>
                        <a:buNone/>
                      </a:pPr>
                      <a:r>
                        <a:rPr lang="en-US" altLang="zh-CN" sz="1000" b="1" dirty="0">
                          <a:solidFill>
                            <a:srgbClr val="3E3A39"/>
                          </a:solidFill>
                          <a:effectLst/>
                          <a:latin typeface="Arial" panose="020B0604020202020204" pitchFamily="34" charset="0"/>
                          <a:ea typeface="思源黑体 CN Regular" panose="020B0500000000000000" charset="-122"/>
                          <a:cs typeface="Arial" panose="020B0604020202020204" pitchFamily="34" charset="0"/>
                        </a:rPr>
                        <a:t>Communication</a:t>
                      </a:r>
                      <a:endParaRPr lang="en-US" altLang="zh-CN" sz="1000" b="1" dirty="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nchorCtr="0">
                    <a:solidFill>
                      <a:schemeClr val="bg2"/>
                    </a:solidFill>
                  </a:tcPr>
                </a:tc>
                <a:tc hMerge="1">
                  <a:tcPr>
                    <a:solidFill>
                      <a:schemeClr val="accent3">
                        <a:lumMod val="20000"/>
                        <a:lumOff val="80000"/>
                      </a:schemeClr>
                    </a:solidFill>
                  </a:tcPr>
                </a:tc>
              </a:tr>
              <a:tr h="219075">
                <a:tc>
                  <a:txBody>
                    <a:bodyPr/>
                    <a:p>
                      <a:pPr algn="l">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Cooling mode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1"/>
                    </a:solidFill>
                  </a:tcPr>
                </a:tc>
                <a:tc>
                  <a:txBody>
                    <a:bodyPr/>
                    <a:p>
                      <a:pPr algn="l">
                        <a:buClrTx/>
                        <a:buSzTx/>
                        <a:buFontTx/>
                        <a:buNone/>
                      </a:pPr>
                      <a:r>
                        <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Natural cooling</a:t>
                      </a:r>
                      <a:endPar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1"/>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Alarm  output</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1"/>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2 Dry contact</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1"/>
                    </a:solidFill>
                  </a:tcPr>
                </a:tc>
              </a:tr>
              <a:tr h="278130">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Protection level</a:t>
                      </a:r>
                      <a:endParaRPr lang="en-US" altLang="zh-CN"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2"/>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IP20</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2"/>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Communication  port</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2"/>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RS485, RS232</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2"/>
                    </a:solidFill>
                  </a:tcPr>
                </a:tc>
              </a:tr>
              <a:tr h="222250">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Nominal voltage </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1"/>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48V</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1"/>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Parallel mode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1"/>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Manual dialing</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1"/>
                    </a:solidFill>
                  </a:tcPr>
                </a:tc>
              </a:tr>
              <a:tr h="220345">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Capacity</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2"/>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100Ah</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2"/>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Display  mode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2"/>
                    </a:solidFill>
                  </a:tcPr>
                </a:tc>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Upper computer</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2"/>
                    </a:solidFill>
                  </a:tcPr>
                </a:tc>
              </a:tr>
              <a:tr h="177800">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End of charge voltage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1"/>
                    </a:solidFill>
                  </a:tcPr>
                </a:tc>
                <a:tc>
                  <a:txBody>
                    <a:bodyPr/>
                    <a:p>
                      <a:pPr marL="0" marR="0" lvl="0" algn="l" defTabSz="755650" rtl="0" eaLnBrk="1" fontAlgn="auto" latinLnBrk="0" hangingPunct="1">
                        <a:lnSpc>
                          <a:spcPct val="100000"/>
                        </a:lnSpc>
                        <a:spcBef>
                          <a:spcPts val="0"/>
                        </a:spcBef>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54V</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1"/>
                    </a:solidFill>
                  </a:tcPr>
                </a:tc>
                <a:tc>
                  <a:txBody>
                    <a:bodyPr/>
                    <a:p>
                      <a:pPr algn="l" defTabSz="1043305">
                        <a:spcAft>
                          <a:spcPts val="0"/>
                        </a:spcAft>
                        <a:buClrTx/>
                        <a:buSzTx/>
                        <a:buFontTx/>
                        <a:buNone/>
                      </a:pPr>
                      <a:r>
                        <a:rPr lang="en-US" altLang="zh-CN" sz="800" kern="120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Environment</a:t>
                      </a:r>
                      <a:endParaRPr lang="en-US" altLang="zh-CN" sz="800" kern="120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1"/>
                    </a:solidFill>
                  </a:tcPr>
                </a:tc>
                <a:tc>
                  <a:txBody>
                    <a:bodyPr/>
                    <a:p>
                      <a:pPr algn="l">
                        <a:buClrTx/>
                        <a:buSzTx/>
                        <a:buFontTx/>
                        <a:buNone/>
                      </a:pP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chemeClr val="bg1"/>
                    </a:solidFill>
                  </a:tcPr>
                </a:tc>
              </a:tr>
              <a:tr h="289560">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Energy</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E7E6E6"/>
                    </a:solidFill>
                  </a:tcPr>
                </a:tc>
                <a:tc>
                  <a:txBody>
                    <a:bodyPr/>
                    <a:p>
                      <a:pPr marL="0" marR="0" lvl="0" algn="l" defTabSz="755650" rtl="0" eaLnBrk="1" fontAlgn="auto" latinLnBrk="0" hangingPunct="1">
                        <a:lnSpc>
                          <a:spcPct val="100000"/>
                        </a:lnSpc>
                        <a:spcBef>
                          <a:spcPts val="0"/>
                        </a:spcBef>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rPr>
                        <a:t>4.8kWh</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nchorCtr="0">
                    <a:solidFill>
                      <a:srgbClr val="E7E6E6"/>
                    </a:solidFill>
                  </a:tcPr>
                </a:tc>
                <a:tc>
                  <a:txBody>
                    <a:bodyPr/>
                    <a:p>
                      <a:pPr marL="0" algn="l" defTabSz="755650" rtl="0" eaLnBrk="1" latinLnBrk="0" hangingPunct="1">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Operating  temperature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E7E6E6"/>
                    </a:solidFill>
                  </a:tcPr>
                </a:tc>
                <a:tc>
                  <a:txBody>
                    <a:bodyPr/>
                    <a:p>
                      <a:pPr marL="0" algn="l" defTabSz="755650" rtl="0" eaLnBrk="1" latinLnBrk="0" hangingPunct="1">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Charging: 0~55℃</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p>
                      <a:pPr marL="0" algn="l" defTabSz="755650" rtl="0" eaLnBrk="1" latinLnBrk="0" hangingPunct="1">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Discharging: -10-55℃</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DBDADB"/>
                    </a:solidFill>
                  </a:tcPr>
                </a:tc>
              </a:tr>
              <a:tr h="287655">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Over discharge protection voltage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FFFFFF"/>
                    </a:solidFill>
                  </a:tcPr>
                </a:tc>
                <a:tc>
                  <a:txBody>
                    <a:bodyPr/>
                    <a:p>
                      <a:pPr algn="l">
                        <a:buClrTx/>
                        <a:buSzTx/>
                        <a:buFontTx/>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rPr>
                        <a:t>40.5V</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nchorCtr="0">
                    <a:solidFill>
                      <a:srgbClr val="FFFFFF"/>
                    </a:solidFill>
                  </a:tcPr>
                </a:tc>
                <a:tc>
                  <a:txBody>
                    <a:bodyPr/>
                    <a:p>
                      <a:pPr marL="0" algn="l" defTabSz="755650" rtl="0" eaLnBrk="1" latinLnBrk="0" hangingPunct="1">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Storage  temperature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FFFFFF"/>
                    </a:solidFill>
                  </a:tcPr>
                </a:tc>
                <a:tc>
                  <a:txBody>
                    <a:bodyPr/>
                    <a:p>
                      <a:pPr marL="0" algn="l" defTabSz="755650" rtl="0" eaLnBrk="1" latinLnBrk="0" hangingPunct="1">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-20℃~+45℃</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FFFFFF"/>
                    </a:solidFill>
                  </a:tcPr>
                </a:tc>
              </a:tr>
              <a:tr h="288290">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Maximum continuous discharge current</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E7E6E6"/>
                    </a:solidFill>
                  </a:tcPr>
                </a:tc>
                <a:tc>
                  <a:txBody>
                    <a:bodyPr/>
                    <a:p>
                      <a:pPr algn="l">
                        <a:buClrTx/>
                        <a:buSzTx/>
                        <a:buFontTx/>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rPr>
                        <a:t>100A（1c）</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nchorCtr="0">
                    <a:solidFill>
                      <a:srgbClr val="E7E6E6"/>
                    </a:solidFill>
                  </a:tcPr>
                </a:tc>
                <a:tc>
                  <a:txBody>
                    <a:bodyPr/>
                    <a:p>
                      <a:pPr marL="0" algn="l" defTabSz="755650" rtl="0" eaLnBrk="1" latinLnBrk="0" hangingPunct="1">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Operating  humidity</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E7E6E6"/>
                    </a:solidFill>
                  </a:tcPr>
                </a:tc>
                <a:tc>
                  <a:txBody>
                    <a:bodyPr/>
                    <a:p>
                      <a:pPr marL="0" algn="l" defTabSz="755650" rtl="0" eaLnBrk="1" latinLnBrk="0" hangingPunct="1">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5%~95%(non-condensing)</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E7E6E6"/>
                    </a:solidFill>
                  </a:tcPr>
                </a:tc>
              </a:tr>
              <a:tr h="384175">
                <a:tc>
                  <a:txBody>
                    <a:bodyPr/>
                    <a:p>
                      <a:pPr algn="l">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Anti-theft function</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FFFFFF"/>
                    </a:solidFill>
                  </a:tcPr>
                </a:tc>
                <a:tc>
                  <a:txBody>
                    <a:bodyPr/>
                    <a:p>
                      <a:pPr algn="l">
                        <a:buClrTx/>
                        <a:buSzTx/>
                        <a:buFontTx/>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rPr>
                        <a:t>Optional gyroscope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nchorCtr="0">
                    <a:solidFill>
                      <a:srgbClr val="FFFFFF"/>
                    </a:solidFill>
                  </a:tcPr>
                </a:tc>
                <a:tc>
                  <a:txBody>
                    <a:bodyPr/>
                    <a:p>
                      <a:pPr marL="0" algn="l" defTabSz="755650" rtl="0" eaLnBrk="1" latinLnBrk="0" hangingPunct="1">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Altitude</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FFFFFF"/>
                    </a:solidFill>
                  </a:tcPr>
                </a:tc>
                <a:tc>
                  <a:txBody>
                    <a:bodyPr/>
                    <a:p>
                      <a:pPr marL="0" marR="0" lvl="0" algn="l" defTabSz="755650" rtl="0" eaLnBrk="1" fontAlgn="auto" latinLnBrk="0" hangingPunct="1">
                        <a:lnSpc>
                          <a:spcPct val="100000"/>
                        </a:lnSpc>
                        <a:spcBef>
                          <a:spcPts val="0"/>
                        </a:spcBef>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0~4000m(If the altitude is within the range of 3000m to 4000m, the maximum operating temperature decreases by 1℃ as the altitude increases by 200m.)</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FFFFFF"/>
                    </a:solidFill>
                  </a:tcPr>
                </a:tc>
              </a:tr>
              <a:tr h="287655">
                <a:tc>
                  <a:txBody>
                    <a:bodyPr/>
                    <a:p>
                      <a:pPr algn="l">
                        <a:buClrTx/>
                        <a:buSzTx/>
                        <a:buFontTx/>
                        <a:buNone/>
                      </a:pPr>
                      <a:r>
                        <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Charge current (current limited)</a:t>
                      </a:r>
                      <a:endPar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E7E6E6"/>
                    </a:solidFill>
                  </a:tcPr>
                </a:tc>
                <a:tc>
                  <a:txBody>
                    <a:bodyPr/>
                    <a:p>
                      <a:pPr algn="l">
                        <a:buClrTx/>
                        <a:buSzTx/>
                        <a:buFontTx/>
                      </a:pPr>
                      <a:r>
                        <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rPr>
                        <a:t>10A</a:t>
                      </a:r>
                      <a:endPar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nchorCtr="0">
                    <a:solidFill>
                      <a:srgbClr val="E7E6E6"/>
                    </a:solidFill>
                  </a:tcPr>
                </a:tc>
                <a:tc>
                  <a:txBody>
                    <a:bodyPr/>
                    <a:p>
                      <a:pPr algn="l">
                        <a:buClrTx/>
                        <a:buSzTx/>
                        <a:buFontTx/>
                        <a:buNone/>
                      </a:pPr>
                      <a:r>
                        <a:rPr lang="en-US" altLang="zh-CN" sz="800" kern="120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Certification</a:t>
                      </a:r>
                      <a:endParaRPr lang="en-US" altLang="zh-CN" sz="800" kern="120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E7E6E6"/>
                    </a:solidFill>
                  </a:tcPr>
                </a:tc>
                <a:tc>
                  <a:txBody>
                    <a:bodyPr/>
                    <a:p>
                      <a:pPr algn="l">
                        <a:buClrTx/>
                        <a:buSzTx/>
                        <a:buFontTx/>
                      </a:pP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nchorCtr="0">
                    <a:solidFill>
                      <a:srgbClr val="E7E6E6"/>
                    </a:solidFill>
                  </a:tcPr>
                </a:tc>
              </a:tr>
              <a:tr h="289560">
                <a:tc>
                  <a:txBody>
                    <a:bodyPr/>
                    <a:p>
                      <a:pPr algn="l">
                        <a:buClrTx/>
                        <a:buSzTx/>
                        <a:buFontTx/>
                        <a:buNone/>
                      </a:pPr>
                      <a:r>
                        <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Cycle life @ 70% SOH 25℃&amp; 0.5 C charge/discharge</a:t>
                      </a:r>
                      <a:endPar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FFFFFF"/>
                    </a:solidFill>
                  </a:tcPr>
                </a:tc>
                <a:tc>
                  <a:txBody>
                    <a:bodyPr/>
                    <a:p>
                      <a:pPr marL="0" algn="l" defTabSz="755650" rtl="0" eaLnBrk="1" latinLnBrk="0" hangingPunct="1">
                        <a:buClrTx/>
                        <a:buSzTx/>
                        <a:buFontTx/>
                        <a:buNone/>
                      </a:pPr>
                      <a:r>
                        <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4500 cycles</a:t>
                      </a:r>
                      <a:endPar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p>
                      <a:pPr algn="l">
                        <a:buClrTx/>
                        <a:buSzTx/>
                        <a:buFontTx/>
                        <a:buNone/>
                      </a:pPr>
                      <a:endParaRPr lang="en-US" sz="800" kern="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FFFFFF"/>
                    </a:solidFill>
                  </a:tcPr>
                </a:tc>
                <a:tc>
                  <a:txBody>
                    <a:bodyPr/>
                    <a:p>
                      <a:pPr marL="0" algn="l" defTabSz="755650" rtl="0" eaLnBrk="1" latinLnBrk="0" hangingPunct="1">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rPr>
                        <a:t>Standard</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sym typeface="+mn-ea"/>
                      </a:endParaRPr>
                    </a:p>
                  </a:txBody>
                  <a:tcPr marL="45721" marR="45721" marT="22860" marB="22860" anchor="ctr" anchorCtr="0">
                    <a:solidFill>
                      <a:srgbClr val="FFFFFF"/>
                    </a:solidFill>
                  </a:tcPr>
                </a:tc>
                <a:tc>
                  <a:txBody>
                    <a:bodyPr/>
                    <a:p>
                      <a:pPr marL="0" marR="0" lvl="0" algn="l" defTabSz="755650" rtl="0" eaLnBrk="1" fontAlgn="auto" latinLnBrk="0" hangingPunct="1">
                        <a:lnSpc>
                          <a:spcPct val="100000"/>
                        </a:lnSpc>
                        <a:spcBef>
                          <a:spcPts val="0"/>
                        </a:spcBef>
                        <a:buClrTx/>
                        <a:buSzTx/>
                        <a:buFontTx/>
                        <a:buNone/>
                      </a:pPr>
                      <a:r>
                        <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rPr>
                        <a:t>Designed according to IEC62619, IEC62368, EN300386, UN38.3/MSDS</a:t>
                      </a:r>
                      <a:endParaRPr lang="en-US" sz="800" kern="0" dirty="0">
                        <a:solidFill>
                          <a:srgbClr val="3E3A39"/>
                        </a:solidFill>
                        <a:effectLst/>
                        <a:latin typeface="Arial" panose="020B0604020202020204" pitchFamily="34" charset="0"/>
                        <a:ea typeface="思源黑体 CN Regular" panose="020B0500000000000000" charset="-122"/>
                        <a:cs typeface="Arial" panose="020B0604020202020204" pitchFamily="34" charset="0"/>
                      </a:endParaRPr>
                    </a:p>
                  </a:txBody>
                  <a:tcPr marL="45721" marR="45721" marT="22860" marB="22860" anchor="ctr" anchorCtr="0">
                    <a:solidFill>
                      <a:srgbClr val="FFFFFF"/>
                    </a:solidFill>
                  </a:tcPr>
                </a:tc>
              </a:tr>
            </a:tbl>
          </a:graphicData>
        </a:graphic>
      </p:graphicFrame>
      <p:grpSp>
        <p:nvGrpSpPr>
          <p:cNvPr id="5" name="组合 4"/>
          <p:cNvGrpSpPr/>
          <p:nvPr>
            <p:custDataLst>
              <p:tags r:id="rId2"/>
            </p:custDataLst>
          </p:nvPr>
        </p:nvGrpSpPr>
        <p:grpSpPr>
          <a:xfrm>
            <a:off x="698500" y="928370"/>
            <a:ext cx="2282190" cy="1584325"/>
            <a:chOff x="8471" y="5591"/>
            <a:chExt cx="3594" cy="3513"/>
          </a:xfrm>
        </p:grpSpPr>
        <p:sp>
          <p:nvSpPr>
            <p:cNvPr id="8" name="矩形 7"/>
            <p:cNvSpPr/>
            <p:nvPr>
              <p:custDataLst>
                <p:tags r:id="rId3"/>
              </p:custDataLst>
            </p:nvPr>
          </p:nvSpPr>
          <p:spPr>
            <a:xfrm>
              <a:off x="8471" y="5591"/>
              <a:ext cx="3594" cy="35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custDataLst>
                <p:tags r:id="rId4"/>
              </p:custDataLst>
            </p:nvPr>
          </p:nvSpPr>
          <p:spPr>
            <a:xfrm>
              <a:off x="8870" y="7057"/>
              <a:ext cx="2796" cy="817"/>
            </a:xfrm>
            <a:prstGeom prst="rect">
              <a:avLst/>
            </a:prstGeom>
            <a:noFill/>
          </p:spPr>
          <p:txBody>
            <a:bodyPr wrap="square" rtlCol="0">
              <a:spAutoFit/>
            </a:bodyPr>
            <a:p>
              <a:pPr algn="ctr"/>
              <a:r>
                <a:rPr lang="zh-CN" altLang="en-US">
                  <a:solidFill>
                    <a:schemeClr val="bg1"/>
                  </a:solidFill>
                  <a:sym typeface="+mn-ea"/>
                </a:rPr>
                <a:t>产品图</a:t>
              </a:r>
              <a:endParaRPr lang="zh-CN" altLang="en-US">
                <a:solidFill>
                  <a:schemeClr val="bg1"/>
                </a:solidFill>
                <a:sym typeface="+mn-ea"/>
              </a:endParaRPr>
            </a:p>
          </p:txBody>
        </p:sp>
      </p:grpSp>
      <p:grpSp>
        <p:nvGrpSpPr>
          <p:cNvPr id="10" name="组合 9"/>
          <p:cNvGrpSpPr/>
          <p:nvPr>
            <p:custDataLst>
              <p:tags r:id="rId5"/>
            </p:custDataLst>
          </p:nvPr>
        </p:nvGrpSpPr>
        <p:grpSpPr>
          <a:xfrm>
            <a:off x="3523615" y="928370"/>
            <a:ext cx="2282190" cy="1584325"/>
            <a:chOff x="8471" y="5591"/>
            <a:chExt cx="3594" cy="3513"/>
          </a:xfrm>
        </p:grpSpPr>
        <p:sp>
          <p:nvSpPr>
            <p:cNvPr id="11" name="矩形 10"/>
            <p:cNvSpPr/>
            <p:nvPr>
              <p:custDataLst>
                <p:tags r:id="rId6"/>
              </p:custDataLst>
            </p:nvPr>
          </p:nvSpPr>
          <p:spPr>
            <a:xfrm>
              <a:off x="8471" y="5591"/>
              <a:ext cx="3594" cy="35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文本框 11"/>
            <p:cNvSpPr txBox="1"/>
            <p:nvPr>
              <p:custDataLst>
                <p:tags r:id="rId7"/>
              </p:custDataLst>
            </p:nvPr>
          </p:nvSpPr>
          <p:spPr>
            <a:xfrm>
              <a:off x="8870" y="7057"/>
              <a:ext cx="2796" cy="817"/>
            </a:xfrm>
            <a:prstGeom prst="rect">
              <a:avLst/>
            </a:prstGeom>
            <a:noFill/>
          </p:spPr>
          <p:txBody>
            <a:bodyPr wrap="square" rtlCol="0">
              <a:spAutoFit/>
            </a:bodyPr>
            <a:p>
              <a:pPr algn="ctr"/>
              <a:r>
                <a:rPr lang="zh-CN" altLang="en-US">
                  <a:solidFill>
                    <a:schemeClr val="bg1"/>
                  </a:solidFill>
                  <a:sym typeface="+mn-ea"/>
                </a:rPr>
                <a:t>产品图</a:t>
              </a:r>
              <a:endParaRPr lang="zh-CN" altLang="en-US">
                <a:solidFill>
                  <a:schemeClr val="bg1"/>
                </a:solidFill>
                <a:sym typeface="+mn-ea"/>
              </a:endParaRPr>
            </a:p>
          </p:txBody>
        </p:sp>
      </p:grpSp>
      <p:grpSp>
        <p:nvGrpSpPr>
          <p:cNvPr id="13" name="组合 12"/>
          <p:cNvGrpSpPr/>
          <p:nvPr>
            <p:custDataLst>
              <p:tags r:id="rId8"/>
            </p:custDataLst>
          </p:nvPr>
        </p:nvGrpSpPr>
        <p:grpSpPr>
          <a:xfrm>
            <a:off x="6348730" y="928370"/>
            <a:ext cx="2282190" cy="1584325"/>
            <a:chOff x="8471" y="5591"/>
            <a:chExt cx="3594" cy="3513"/>
          </a:xfrm>
        </p:grpSpPr>
        <p:sp>
          <p:nvSpPr>
            <p:cNvPr id="14" name="矩形 13"/>
            <p:cNvSpPr/>
            <p:nvPr>
              <p:custDataLst>
                <p:tags r:id="rId9"/>
              </p:custDataLst>
            </p:nvPr>
          </p:nvSpPr>
          <p:spPr>
            <a:xfrm>
              <a:off x="8471" y="5591"/>
              <a:ext cx="3594" cy="35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文本框 14"/>
            <p:cNvSpPr txBox="1"/>
            <p:nvPr>
              <p:custDataLst>
                <p:tags r:id="rId10"/>
              </p:custDataLst>
            </p:nvPr>
          </p:nvSpPr>
          <p:spPr>
            <a:xfrm>
              <a:off x="8870" y="7057"/>
              <a:ext cx="2796" cy="817"/>
            </a:xfrm>
            <a:prstGeom prst="rect">
              <a:avLst/>
            </a:prstGeom>
            <a:noFill/>
          </p:spPr>
          <p:txBody>
            <a:bodyPr wrap="square" rtlCol="0">
              <a:spAutoFit/>
            </a:bodyPr>
            <a:p>
              <a:pPr algn="ctr"/>
              <a:r>
                <a:rPr lang="zh-CN" altLang="en-US">
                  <a:solidFill>
                    <a:schemeClr val="bg1"/>
                  </a:solidFill>
                  <a:sym typeface="+mn-ea"/>
                </a:rPr>
                <a:t>产品图</a:t>
              </a:r>
              <a:endParaRPr lang="zh-CN" altLang="en-US">
                <a:solidFill>
                  <a:schemeClr val="bg1"/>
                </a:solidFill>
                <a:sym typeface="+mn-ea"/>
              </a:endParaRPr>
            </a:p>
          </p:txBody>
        </p:sp>
      </p:grpSp>
      <p:grpSp>
        <p:nvGrpSpPr>
          <p:cNvPr id="16" name="组合 15"/>
          <p:cNvGrpSpPr/>
          <p:nvPr>
            <p:custDataLst>
              <p:tags r:id="rId11"/>
            </p:custDataLst>
          </p:nvPr>
        </p:nvGrpSpPr>
        <p:grpSpPr>
          <a:xfrm>
            <a:off x="9173845" y="928370"/>
            <a:ext cx="2282190" cy="1584325"/>
            <a:chOff x="8471" y="5591"/>
            <a:chExt cx="3594" cy="3513"/>
          </a:xfrm>
        </p:grpSpPr>
        <p:sp>
          <p:nvSpPr>
            <p:cNvPr id="17" name="矩形 16"/>
            <p:cNvSpPr/>
            <p:nvPr>
              <p:custDataLst>
                <p:tags r:id="rId12"/>
              </p:custDataLst>
            </p:nvPr>
          </p:nvSpPr>
          <p:spPr>
            <a:xfrm>
              <a:off x="8471" y="5591"/>
              <a:ext cx="3594" cy="35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文本框 17"/>
            <p:cNvSpPr txBox="1"/>
            <p:nvPr>
              <p:custDataLst>
                <p:tags r:id="rId13"/>
              </p:custDataLst>
            </p:nvPr>
          </p:nvSpPr>
          <p:spPr>
            <a:xfrm>
              <a:off x="8870" y="7057"/>
              <a:ext cx="2796" cy="817"/>
            </a:xfrm>
            <a:prstGeom prst="rect">
              <a:avLst/>
            </a:prstGeom>
            <a:noFill/>
          </p:spPr>
          <p:txBody>
            <a:bodyPr wrap="square" rtlCol="0">
              <a:spAutoFit/>
            </a:bodyPr>
            <a:p>
              <a:pPr algn="ctr"/>
              <a:r>
                <a:rPr lang="zh-CN" altLang="en-US">
                  <a:solidFill>
                    <a:schemeClr val="bg1"/>
                  </a:solidFill>
                  <a:sym typeface="+mn-ea"/>
                </a:rPr>
                <a:t>产品图</a:t>
              </a:r>
              <a:endParaRPr lang="zh-CN" altLang="en-US">
                <a:solidFill>
                  <a:schemeClr val="bg1"/>
                </a:solidFill>
                <a:sym typeface="+mn-ea"/>
              </a:endParaRPr>
            </a:p>
          </p:txBody>
        </p:sp>
      </p:grpSp>
      <p:sp>
        <p:nvSpPr>
          <p:cNvPr id="39" name="文本框 38"/>
          <p:cNvSpPr txBox="1"/>
          <p:nvPr/>
        </p:nvSpPr>
        <p:spPr>
          <a:xfrm>
            <a:off x="1099185" y="2513330"/>
            <a:ext cx="1480820" cy="312420"/>
          </a:xfrm>
          <a:prstGeom prst="rect">
            <a:avLst/>
          </a:prstGeom>
          <a:noFill/>
        </p:spPr>
        <p:txBody>
          <a:bodyPr wrap="square" rtlCol="0">
            <a:spAutoFit/>
          </a:bodyPr>
          <a:lstStyle/>
          <a:p>
            <a:pPr algn="l">
              <a:lnSpc>
                <a:spcPct val="120000"/>
              </a:lnSpc>
            </a:pPr>
            <a:r>
              <a:rPr lang="zh-CN" sz="1200" dirty="0">
                <a:solidFill>
                  <a:schemeClr val="bg1">
                    <a:lumMod val="50000"/>
                  </a:schemeClr>
                </a:solidFill>
                <a:latin typeface="思源黑体 CN Regular" panose="020B0500000000000000" charset="-122"/>
                <a:ea typeface="思源黑体 CN Regular" panose="020B0500000000000000" charset="-122"/>
              </a:rPr>
              <a:t>输入你的描述文字</a:t>
            </a:r>
            <a:endParaRPr lang="zh-CN" sz="1200" dirty="0">
              <a:solidFill>
                <a:schemeClr val="bg1">
                  <a:lumMod val="50000"/>
                </a:schemeClr>
              </a:solidFill>
              <a:latin typeface="思源黑体 CN Regular" panose="020B0500000000000000" charset="-122"/>
              <a:ea typeface="思源黑体 CN Regular" panose="020B0500000000000000" charset="-122"/>
            </a:endParaRPr>
          </a:p>
        </p:txBody>
      </p:sp>
      <p:sp>
        <p:nvSpPr>
          <p:cNvPr id="19" name="文本框 18"/>
          <p:cNvSpPr txBox="1"/>
          <p:nvPr/>
        </p:nvSpPr>
        <p:spPr>
          <a:xfrm>
            <a:off x="3924300" y="2513330"/>
            <a:ext cx="1480820" cy="312420"/>
          </a:xfrm>
          <a:prstGeom prst="rect">
            <a:avLst/>
          </a:prstGeom>
          <a:noFill/>
        </p:spPr>
        <p:txBody>
          <a:bodyPr wrap="square" rtlCol="0">
            <a:spAutoFit/>
          </a:bodyPr>
          <a:lstStyle/>
          <a:p>
            <a:pPr algn="l">
              <a:lnSpc>
                <a:spcPct val="120000"/>
              </a:lnSpc>
            </a:pPr>
            <a:r>
              <a:rPr lang="zh-CN" sz="1200" dirty="0">
                <a:solidFill>
                  <a:schemeClr val="bg1">
                    <a:lumMod val="50000"/>
                  </a:schemeClr>
                </a:solidFill>
                <a:latin typeface="思源黑体 CN Regular" panose="020B0500000000000000" charset="-122"/>
                <a:ea typeface="思源黑体 CN Regular" panose="020B0500000000000000" charset="-122"/>
              </a:rPr>
              <a:t>输入你的描述文字</a:t>
            </a:r>
            <a:endParaRPr lang="zh-CN" sz="1200" dirty="0">
              <a:solidFill>
                <a:schemeClr val="bg1">
                  <a:lumMod val="50000"/>
                </a:schemeClr>
              </a:solidFill>
              <a:latin typeface="思源黑体 CN Regular" panose="020B0500000000000000" charset="-122"/>
              <a:ea typeface="思源黑体 CN Regular" panose="020B0500000000000000" charset="-122"/>
            </a:endParaRPr>
          </a:p>
        </p:txBody>
      </p:sp>
      <p:sp>
        <p:nvSpPr>
          <p:cNvPr id="25" name="文本框 24"/>
          <p:cNvSpPr txBox="1"/>
          <p:nvPr/>
        </p:nvSpPr>
        <p:spPr>
          <a:xfrm>
            <a:off x="6749415" y="2513330"/>
            <a:ext cx="1480820" cy="312420"/>
          </a:xfrm>
          <a:prstGeom prst="rect">
            <a:avLst/>
          </a:prstGeom>
          <a:noFill/>
        </p:spPr>
        <p:txBody>
          <a:bodyPr wrap="square" rtlCol="0">
            <a:spAutoFit/>
          </a:bodyPr>
          <a:lstStyle/>
          <a:p>
            <a:pPr algn="l">
              <a:lnSpc>
                <a:spcPct val="120000"/>
              </a:lnSpc>
            </a:pPr>
            <a:r>
              <a:rPr lang="zh-CN" sz="1200" dirty="0">
                <a:solidFill>
                  <a:schemeClr val="bg1">
                    <a:lumMod val="50000"/>
                  </a:schemeClr>
                </a:solidFill>
                <a:latin typeface="思源黑体 CN Regular" panose="020B0500000000000000" charset="-122"/>
                <a:ea typeface="思源黑体 CN Regular" panose="020B0500000000000000" charset="-122"/>
              </a:rPr>
              <a:t>输入你的描述文字</a:t>
            </a:r>
            <a:endParaRPr lang="zh-CN" sz="1200" dirty="0">
              <a:solidFill>
                <a:schemeClr val="bg1">
                  <a:lumMod val="50000"/>
                </a:schemeClr>
              </a:solidFill>
              <a:latin typeface="思源黑体 CN Regular" panose="020B0500000000000000" charset="-122"/>
              <a:ea typeface="思源黑体 CN Regular" panose="020B0500000000000000" charset="-122"/>
            </a:endParaRPr>
          </a:p>
        </p:txBody>
      </p:sp>
      <p:sp>
        <p:nvSpPr>
          <p:cNvPr id="26" name="文本框 25"/>
          <p:cNvSpPr txBox="1"/>
          <p:nvPr/>
        </p:nvSpPr>
        <p:spPr>
          <a:xfrm>
            <a:off x="9574530" y="2513330"/>
            <a:ext cx="1480820" cy="312420"/>
          </a:xfrm>
          <a:prstGeom prst="rect">
            <a:avLst/>
          </a:prstGeom>
          <a:noFill/>
        </p:spPr>
        <p:txBody>
          <a:bodyPr wrap="square" rtlCol="0">
            <a:spAutoFit/>
          </a:bodyPr>
          <a:lstStyle/>
          <a:p>
            <a:pPr algn="l">
              <a:lnSpc>
                <a:spcPct val="120000"/>
              </a:lnSpc>
            </a:pPr>
            <a:r>
              <a:rPr lang="zh-CN" sz="1200" dirty="0">
                <a:solidFill>
                  <a:schemeClr val="bg1">
                    <a:lumMod val="50000"/>
                  </a:schemeClr>
                </a:solidFill>
                <a:latin typeface="思源黑体 CN Regular" panose="020B0500000000000000" charset="-122"/>
                <a:ea typeface="思源黑体 CN Regular" panose="020B0500000000000000" charset="-122"/>
              </a:rPr>
              <a:t>输入你的描述文字</a:t>
            </a:r>
            <a:endParaRPr lang="zh-CN" sz="1200" dirty="0">
              <a:solidFill>
                <a:schemeClr val="bg1">
                  <a:lumMod val="50000"/>
                </a:schemeClr>
              </a:solidFill>
              <a:latin typeface="思源黑体 CN Regular" panose="020B0500000000000000" charset="-122"/>
              <a:ea typeface="思源黑体 CN Regular" panose="020B0500000000000000"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5590" y="182245"/>
            <a:ext cx="7586980" cy="521970"/>
          </a:xfrm>
          <a:prstGeom prst="rect">
            <a:avLst/>
          </a:prstGeom>
        </p:spPr>
        <p:txBody>
          <a:bodyPr wrap="square">
            <a:spAutoFit/>
          </a:bodyPr>
          <a:p>
            <a:pPr lvl="0" algn="l">
              <a:buClrTx/>
              <a:buSzTx/>
              <a:buFontTx/>
            </a:pPr>
            <a:r>
              <a:rPr lang="zh-CN" altLang="en-US" sz="2800" dirty="0">
                <a:solidFill>
                  <a:srgbClr val="0FAF9B"/>
                </a:solidFill>
                <a:latin typeface="思源黑体 CN Bold" panose="020B0800000000000000" charset="-122"/>
                <a:ea typeface="思源黑体 CN Bold" panose="020B0800000000000000" charset="-122"/>
                <a:sym typeface="+mn-ea"/>
              </a:rPr>
              <a:t>在这输入你的大标题</a:t>
            </a:r>
            <a:endParaRPr lang="zh-CN" altLang="en-US" sz="2800" dirty="0">
              <a:solidFill>
                <a:srgbClr val="0FAF9B"/>
              </a:solidFill>
              <a:latin typeface="思源黑体 CN Bold" panose="020B0800000000000000" charset="-122"/>
              <a:ea typeface="思源黑体 CN Bold" panose="020B0800000000000000" charset="-122"/>
              <a:sym typeface="+mn-ea"/>
            </a:endParaRPr>
          </a:p>
        </p:txBody>
      </p:sp>
      <p:sp>
        <p:nvSpPr>
          <p:cNvPr id="22" name="文本框 21"/>
          <p:cNvSpPr txBox="1"/>
          <p:nvPr/>
        </p:nvSpPr>
        <p:spPr>
          <a:xfrm>
            <a:off x="626110" y="1139825"/>
            <a:ext cx="10939780" cy="779780"/>
          </a:xfrm>
          <a:prstGeom prst="rect">
            <a:avLst/>
          </a:prstGeom>
          <a:noFill/>
        </p:spPr>
        <p:txBody>
          <a:bodyPr wrap="square" rtlCol="0">
            <a:spAutoFit/>
          </a:bodyPr>
          <a:p>
            <a:pPr algn="ctr">
              <a:lnSpc>
                <a:spcPct val="140000"/>
              </a:lnSpc>
            </a:pPr>
            <a:r>
              <a:rPr lang="zh-CN" sz="1600">
                <a:solidFill>
                  <a:srgbClr val="666666"/>
                </a:solidFill>
                <a:latin typeface="思源黑体 CN Regular" panose="020B0500000000000000" charset="-122"/>
                <a:ea typeface="思源黑体 CN Regular" panose="020B0500000000000000" charset="-122"/>
              </a:rPr>
              <a:t>产品内容的特点介绍，</a:t>
            </a:r>
            <a:r>
              <a:rPr lang="zh-CN" sz="1600">
                <a:solidFill>
                  <a:srgbClr val="666666"/>
                </a:solidFill>
                <a:latin typeface="思源黑体 CN Regular" panose="020B0500000000000000" charset="-122"/>
                <a:ea typeface="思源黑体 CN Regular" panose="020B0500000000000000" charset="-122"/>
                <a:sym typeface="+mn-ea"/>
              </a:rPr>
              <a:t>产品内容的特点介绍产品内容的特点介绍，</a:t>
            </a:r>
            <a:endParaRPr lang="zh-CN" sz="1600">
              <a:solidFill>
                <a:srgbClr val="666666"/>
              </a:solidFill>
              <a:latin typeface="思源黑体 CN Regular" panose="020B0500000000000000" charset="-122"/>
              <a:ea typeface="思源黑体 CN Regular" panose="020B0500000000000000" charset="-122"/>
              <a:sym typeface="+mn-ea"/>
            </a:endParaRPr>
          </a:p>
          <a:p>
            <a:pPr algn="ctr">
              <a:lnSpc>
                <a:spcPct val="140000"/>
              </a:lnSpc>
            </a:pPr>
            <a:r>
              <a:rPr lang="zh-CN" sz="1600">
                <a:solidFill>
                  <a:srgbClr val="666666"/>
                </a:solidFill>
                <a:latin typeface="思源黑体 CN Regular" panose="020B0500000000000000" charset="-122"/>
                <a:ea typeface="思源黑体 CN Regular" panose="020B0500000000000000" charset="-122"/>
                <a:sym typeface="+mn-ea"/>
              </a:rPr>
              <a:t>产品内容的特点介绍产品内容的特点介绍，产品内容的特点介绍。产品内容的特点介绍，产品内容的特点介绍。</a:t>
            </a:r>
            <a:endParaRPr lang="en-US" altLang="zh-CN" sz="1600">
              <a:solidFill>
                <a:srgbClr val="666666"/>
              </a:solidFill>
              <a:latin typeface="思源黑体 CN Regular" panose="020B0500000000000000" charset="-122"/>
              <a:ea typeface="思源黑体 CN Regular" panose="020B0500000000000000" charset="-122"/>
              <a:sym typeface="+mn-ea"/>
            </a:endParaRPr>
          </a:p>
        </p:txBody>
      </p:sp>
      <p:sp>
        <p:nvSpPr>
          <p:cNvPr id="4" name="矩形 3"/>
          <p:cNvSpPr/>
          <p:nvPr>
            <p:custDataLst>
              <p:tags r:id="rId1"/>
            </p:custDataLst>
          </p:nvPr>
        </p:nvSpPr>
        <p:spPr>
          <a:xfrm>
            <a:off x="577850" y="2127250"/>
            <a:ext cx="2673350" cy="397637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8"/>
          <p:cNvSpPr/>
          <p:nvPr>
            <p:custDataLst>
              <p:tags r:id="rId2"/>
            </p:custDataLst>
          </p:nvPr>
        </p:nvSpPr>
        <p:spPr>
          <a:xfrm>
            <a:off x="3365500" y="2127250"/>
            <a:ext cx="2673350" cy="397637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9"/>
          <p:cNvSpPr/>
          <p:nvPr>
            <p:custDataLst>
              <p:tags r:id="rId3"/>
            </p:custDataLst>
          </p:nvPr>
        </p:nvSpPr>
        <p:spPr>
          <a:xfrm>
            <a:off x="6153150" y="2127250"/>
            <a:ext cx="2673350" cy="397637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矩形 10"/>
          <p:cNvSpPr/>
          <p:nvPr>
            <p:custDataLst>
              <p:tags r:id="rId4"/>
            </p:custDataLst>
          </p:nvPr>
        </p:nvSpPr>
        <p:spPr>
          <a:xfrm>
            <a:off x="8940800" y="2127250"/>
            <a:ext cx="2673350" cy="397637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custDataLst>
              <p:tags r:id="rId5"/>
            </p:custDataLst>
          </p:nvPr>
        </p:nvSpPr>
        <p:spPr>
          <a:xfrm>
            <a:off x="716280" y="3931285"/>
            <a:ext cx="2396490" cy="368300"/>
          </a:xfrm>
          <a:prstGeom prst="rect">
            <a:avLst/>
          </a:prstGeom>
          <a:noFill/>
        </p:spPr>
        <p:txBody>
          <a:bodyPr wrap="square" rtlCol="0">
            <a:spAutoFit/>
          </a:bodyPr>
          <a:p>
            <a:pPr algn="ctr"/>
            <a:r>
              <a:rPr lang="zh-CN" altLang="en-US">
                <a:solidFill>
                  <a:schemeClr val="bg1"/>
                </a:solidFill>
                <a:latin typeface="思源黑体 CN Regular" panose="020B0500000000000000" charset="-122"/>
                <a:ea typeface="思源黑体 CN Regular" panose="020B0500000000000000" charset="-122"/>
              </a:rPr>
              <a:t>产品图</a:t>
            </a:r>
            <a:endParaRPr lang="zh-CN" altLang="en-US">
              <a:solidFill>
                <a:schemeClr val="bg1"/>
              </a:solidFill>
              <a:latin typeface="思源黑体 CN Regular" panose="020B0500000000000000" charset="-122"/>
              <a:ea typeface="思源黑体 CN Regular" panose="020B0500000000000000" charset="-122"/>
            </a:endParaRPr>
          </a:p>
        </p:txBody>
      </p:sp>
      <p:sp>
        <p:nvSpPr>
          <p:cNvPr id="14" name="文本框 13"/>
          <p:cNvSpPr txBox="1"/>
          <p:nvPr>
            <p:custDataLst>
              <p:tags r:id="rId6"/>
            </p:custDataLst>
          </p:nvPr>
        </p:nvSpPr>
        <p:spPr>
          <a:xfrm>
            <a:off x="3503930" y="3931285"/>
            <a:ext cx="2396490" cy="368300"/>
          </a:xfrm>
          <a:prstGeom prst="rect">
            <a:avLst/>
          </a:prstGeom>
          <a:noFill/>
        </p:spPr>
        <p:txBody>
          <a:bodyPr wrap="square" rtlCol="0">
            <a:spAutoFit/>
          </a:bodyPr>
          <a:p>
            <a:pPr algn="ctr"/>
            <a:r>
              <a:rPr lang="zh-CN" altLang="en-US">
                <a:solidFill>
                  <a:schemeClr val="bg1"/>
                </a:solidFill>
                <a:latin typeface="思源黑体 CN Regular" panose="020B0500000000000000" charset="-122"/>
                <a:ea typeface="思源黑体 CN Regular" panose="020B0500000000000000" charset="-122"/>
              </a:rPr>
              <a:t>产品图</a:t>
            </a:r>
            <a:endParaRPr lang="zh-CN" altLang="en-US">
              <a:solidFill>
                <a:schemeClr val="bg1"/>
              </a:solidFill>
              <a:latin typeface="思源黑体 CN Regular" panose="020B0500000000000000" charset="-122"/>
              <a:ea typeface="思源黑体 CN Regular" panose="020B0500000000000000" charset="-122"/>
            </a:endParaRPr>
          </a:p>
        </p:txBody>
      </p:sp>
      <p:sp>
        <p:nvSpPr>
          <p:cNvPr id="15" name="文本框 14"/>
          <p:cNvSpPr txBox="1"/>
          <p:nvPr>
            <p:custDataLst>
              <p:tags r:id="rId7"/>
            </p:custDataLst>
          </p:nvPr>
        </p:nvSpPr>
        <p:spPr>
          <a:xfrm>
            <a:off x="6291580" y="3931285"/>
            <a:ext cx="2396490" cy="368300"/>
          </a:xfrm>
          <a:prstGeom prst="rect">
            <a:avLst/>
          </a:prstGeom>
          <a:noFill/>
        </p:spPr>
        <p:txBody>
          <a:bodyPr wrap="square" rtlCol="0">
            <a:spAutoFit/>
          </a:bodyPr>
          <a:p>
            <a:pPr algn="ctr"/>
            <a:r>
              <a:rPr lang="zh-CN" altLang="en-US">
                <a:solidFill>
                  <a:schemeClr val="bg1"/>
                </a:solidFill>
                <a:latin typeface="思源黑体 CN Regular" panose="020B0500000000000000" charset="-122"/>
                <a:ea typeface="思源黑体 CN Regular" panose="020B0500000000000000" charset="-122"/>
              </a:rPr>
              <a:t>产品图</a:t>
            </a:r>
            <a:endParaRPr lang="zh-CN" altLang="en-US">
              <a:solidFill>
                <a:schemeClr val="bg1"/>
              </a:solidFill>
              <a:latin typeface="思源黑体 CN Regular" panose="020B0500000000000000" charset="-122"/>
              <a:ea typeface="思源黑体 CN Regular" panose="020B0500000000000000" charset="-122"/>
            </a:endParaRPr>
          </a:p>
        </p:txBody>
      </p:sp>
      <p:sp>
        <p:nvSpPr>
          <p:cNvPr id="16" name="文本框 15"/>
          <p:cNvSpPr txBox="1"/>
          <p:nvPr>
            <p:custDataLst>
              <p:tags r:id="rId8"/>
            </p:custDataLst>
          </p:nvPr>
        </p:nvSpPr>
        <p:spPr>
          <a:xfrm>
            <a:off x="9079230" y="3931285"/>
            <a:ext cx="2396490" cy="368300"/>
          </a:xfrm>
          <a:prstGeom prst="rect">
            <a:avLst/>
          </a:prstGeom>
          <a:noFill/>
        </p:spPr>
        <p:txBody>
          <a:bodyPr wrap="square" rtlCol="0">
            <a:spAutoFit/>
          </a:bodyPr>
          <a:p>
            <a:pPr algn="ctr"/>
            <a:r>
              <a:rPr lang="zh-CN" altLang="en-US">
                <a:solidFill>
                  <a:schemeClr val="bg1"/>
                </a:solidFill>
                <a:latin typeface="思源黑体 CN Regular" panose="020B0500000000000000" charset="-122"/>
                <a:ea typeface="思源黑体 CN Regular" panose="020B0500000000000000" charset="-122"/>
              </a:rPr>
              <a:t>产品图</a:t>
            </a:r>
            <a:endParaRPr lang="zh-CN" altLang="en-US">
              <a:solidFill>
                <a:schemeClr val="bg1"/>
              </a:solidFill>
              <a:latin typeface="思源黑体 CN Regular" panose="020B0500000000000000" charset="-122"/>
              <a:ea typeface="思源黑体 CN Regular" panose="020B0500000000000000"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5590" y="182245"/>
            <a:ext cx="7586980" cy="521970"/>
          </a:xfrm>
          <a:prstGeom prst="rect">
            <a:avLst/>
          </a:prstGeom>
        </p:spPr>
        <p:txBody>
          <a:bodyPr wrap="square">
            <a:spAutoFit/>
          </a:bodyPr>
          <a:p>
            <a:pPr lvl="0" algn="l">
              <a:buClrTx/>
              <a:buSzTx/>
              <a:buFontTx/>
            </a:pPr>
            <a:r>
              <a:rPr lang="zh-CN" altLang="en-US" sz="2800" dirty="0">
                <a:solidFill>
                  <a:srgbClr val="0FAF9B"/>
                </a:solidFill>
                <a:latin typeface="思源黑体 CN Bold" panose="020B0800000000000000" charset="-122"/>
                <a:ea typeface="思源黑体 CN Bold" panose="020B0800000000000000" charset="-122"/>
                <a:sym typeface="+mn-ea"/>
              </a:rPr>
              <a:t>在这输入你的大标题</a:t>
            </a:r>
            <a:endParaRPr lang="zh-CN" altLang="en-US" sz="2800" dirty="0">
              <a:solidFill>
                <a:srgbClr val="0FAF9B"/>
              </a:solidFill>
              <a:latin typeface="思源黑体 CN Bold" panose="020B0800000000000000" charset="-122"/>
              <a:ea typeface="思源黑体 CN Bold" panose="020B0800000000000000" charset="-122"/>
              <a:sym typeface="+mn-ea"/>
            </a:endParaRPr>
          </a:p>
        </p:txBody>
      </p:sp>
      <p:sp>
        <p:nvSpPr>
          <p:cNvPr id="37" name="圆角矩形 36"/>
          <p:cNvSpPr/>
          <p:nvPr/>
        </p:nvSpPr>
        <p:spPr>
          <a:xfrm>
            <a:off x="8250555" y="0"/>
            <a:ext cx="3941445" cy="6858000"/>
          </a:xfrm>
          <a:prstGeom prst="roundRect">
            <a:avLst>
              <a:gd name="adj" fmla="val 0"/>
            </a:avLst>
          </a:prstGeom>
          <a:solidFill>
            <a:schemeClr val="tx1">
              <a:lumMod val="25000"/>
              <a:lumOff val="75000"/>
              <a:alpha val="2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a:buClrTx/>
              <a:buSzTx/>
              <a:buFontTx/>
            </a:pPr>
            <a:endParaRPr lang="zh-CN" altLang="en-US" sz="2000" b="1" dirty="0">
              <a:solidFill>
                <a:schemeClr val="bg1"/>
              </a:solidFill>
              <a:sym typeface="+mn-ea"/>
            </a:endParaRPr>
          </a:p>
        </p:txBody>
      </p:sp>
      <p:sp>
        <p:nvSpPr>
          <p:cNvPr id="35" name="文本框 34"/>
          <p:cNvSpPr txBox="1"/>
          <p:nvPr/>
        </p:nvSpPr>
        <p:spPr>
          <a:xfrm>
            <a:off x="8707755" y="1424305"/>
            <a:ext cx="1147445" cy="395605"/>
          </a:xfrm>
          <a:prstGeom prst="rect">
            <a:avLst/>
          </a:prstGeom>
          <a:noFill/>
        </p:spPr>
        <p:txBody>
          <a:bodyPr wrap="square" rtlCol="0">
            <a:spAutoFit/>
          </a:bodyPr>
          <a:lstStyle/>
          <a:p>
            <a:pPr algn="l">
              <a:lnSpc>
                <a:spcPct val="110000"/>
              </a:lnSpc>
            </a:pPr>
            <a:r>
              <a:rPr lang="zh-CN" altLang="en-US" dirty="0">
                <a:solidFill>
                  <a:schemeClr val="tx1">
                    <a:lumMod val="75000"/>
                    <a:lumOff val="25000"/>
                  </a:schemeClr>
                </a:solidFill>
                <a:latin typeface="思源黑体 CN Bold" panose="020B0800000000000000" charset="-122"/>
                <a:ea typeface="思源黑体 CN Bold" panose="020B0800000000000000" charset="-122"/>
              </a:rPr>
              <a:t>输入标题</a:t>
            </a:r>
            <a:endParaRPr lang="zh-CN" altLang="en-US" dirty="0">
              <a:solidFill>
                <a:schemeClr val="tx1">
                  <a:lumMod val="75000"/>
                  <a:lumOff val="25000"/>
                </a:schemeClr>
              </a:solidFill>
              <a:latin typeface="思源黑体 CN Bold" panose="020B0800000000000000" charset="-122"/>
              <a:ea typeface="思源黑体 CN Bold" panose="020B0800000000000000" charset="-122"/>
            </a:endParaRPr>
          </a:p>
        </p:txBody>
      </p:sp>
      <p:sp>
        <p:nvSpPr>
          <p:cNvPr id="38" name="文本框 37"/>
          <p:cNvSpPr txBox="1"/>
          <p:nvPr/>
        </p:nvSpPr>
        <p:spPr>
          <a:xfrm>
            <a:off x="8707755" y="2398098"/>
            <a:ext cx="830580" cy="352425"/>
          </a:xfrm>
          <a:prstGeom prst="rect">
            <a:avLst/>
          </a:prstGeom>
          <a:noFill/>
        </p:spPr>
        <p:txBody>
          <a:bodyPr wrap="none" rtlCol="0" anchor="t">
            <a:spAutoFit/>
          </a:bodyPr>
          <a:lstStyle/>
          <a:p>
            <a:pPr algn="l"/>
            <a:r>
              <a:rPr lang="zh-CN" altLang="en-US" sz="1700" dirty="0">
                <a:solidFill>
                  <a:schemeClr val="tx1">
                    <a:lumMod val="75000"/>
                    <a:lumOff val="25000"/>
                  </a:schemeClr>
                </a:solidFill>
                <a:latin typeface="思源黑体 CN Medium" panose="020B0600000000000000" charset="-122"/>
                <a:ea typeface="思源黑体 CN Medium" panose="020B0600000000000000" charset="-122"/>
              </a:rPr>
              <a:t>副标题</a:t>
            </a:r>
            <a:endParaRPr lang="zh-CN" altLang="en-US" sz="1700" dirty="0">
              <a:solidFill>
                <a:schemeClr val="tx1">
                  <a:lumMod val="75000"/>
                  <a:lumOff val="25000"/>
                </a:schemeClr>
              </a:solidFill>
              <a:latin typeface="思源黑体 CN Medium" panose="020B0600000000000000" charset="-122"/>
              <a:ea typeface="思源黑体 CN Medium" panose="020B0600000000000000" charset="-122"/>
            </a:endParaRPr>
          </a:p>
        </p:txBody>
      </p:sp>
      <p:sp>
        <p:nvSpPr>
          <p:cNvPr id="39" name="文本框 38"/>
          <p:cNvSpPr txBox="1"/>
          <p:nvPr/>
        </p:nvSpPr>
        <p:spPr>
          <a:xfrm>
            <a:off x="8707755" y="2644775"/>
            <a:ext cx="1480820" cy="303530"/>
          </a:xfrm>
          <a:prstGeom prst="rect">
            <a:avLst/>
          </a:prstGeom>
          <a:noFill/>
        </p:spPr>
        <p:txBody>
          <a:bodyPr wrap="square" rtlCol="0">
            <a:spAutoFit/>
          </a:bodyPr>
          <a:lstStyle/>
          <a:p>
            <a:pPr algn="l">
              <a:lnSpc>
                <a:spcPct val="120000"/>
              </a:lnSpc>
            </a:pPr>
            <a:r>
              <a:rPr lang="zh-CN" sz="1150" dirty="0">
                <a:solidFill>
                  <a:schemeClr val="bg1">
                    <a:lumMod val="50000"/>
                  </a:schemeClr>
                </a:solidFill>
                <a:latin typeface="思源黑体 CN Regular" panose="020B0500000000000000" charset="-122"/>
                <a:ea typeface="思源黑体 CN Regular" panose="020B0500000000000000" charset="-122"/>
              </a:rPr>
              <a:t>输入你的描述文字</a:t>
            </a:r>
            <a:endParaRPr lang="zh-CN" sz="1150" dirty="0">
              <a:solidFill>
                <a:schemeClr val="bg1">
                  <a:lumMod val="50000"/>
                </a:schemeClr>
              </a:solidFill>
              <a:latin typeface="思源黑体 CN Regular" panose="020B0500000000000000" charset="-122"/>
              <a:ea typeface="思源黑体 CN Regular" panose="020B0500000000000000" charset="-122"/>
            </a:endParaRPr>
          </a:p>
        </p:txBody>
      </p:sp>
      <p:sp>
        <p:nvSpPr>
          <p:cNvPr id="71" name="文本框 70"/>
          <p:cNvSpPr txBox="1"/>
          <p:nvPr/>
        </p:nvSpPr>
        <p:spPr>
          <a:xfrm>
            <a:off x="10188575" y="1424305"/>
            <a:ext cx="1901825" cy="395605"/>
          </a:xfrm>
          <a:prstGeom prst="rect">
            <a:avLst/>
          </a:prstGeom>
          <a:noFill/>
        </p:spPr>
        <p:txBody>
          <a:bodyPr wrap="square" rtlCol="0">
            <a:spAutoFit/>
          </a:bodyPr>
          <a:lstStyle/>
          <a:p>
            <a:pPr algn="l">
              <a:lnSpc>
                <a:spcPct val="110000"/>
              </a:lnSpc>
            </a:pPr>
            <a:r>
              <a:rPr lang="zh-CN" altLang="en-US" dirty="0">
                <a:solidFill>
                  <a:schemeClr val="tx1">
                    <a:lumMod val="75000"/>
                    <a:lumOff val="25000"/>
                  </a:schemeClr>
                </a:solidFill>
                <a:latin typeface="思源黑体 CN Bold" panose="020B0800000000000000" charset="-122"/>
                <a:ea typeface="思源黑体 CN Bold" panose="020B0800000000000000" charset="-122"/>
                <a:sym typeface="+mn-ea"/>
              </a:rPr>
              <a:t>输入标题</a:t>
            </a:r>
            <a:endParaRPr lang="zh-CN" altLang="en-US" dirty="0">
              <a:solidFill>
                <a:schemeClr val="tx1">
                  <a:lumMod val="75000"/>
                  <a:lumOff val="25000"/>
                </a:schemeClr>
              </a:solidFill>
              <a:latin typeface="思源黑体 CN Bold" panose="020B0800000000000000" charset="-122"/>
              <a:ea typeface="思源黑体 CN Bold" panose="020B0800000000000000" charset="-122"/>
              <a:sym typeface="+mn-ea"/>
            </a:endParaRPr>
          </a:p>
        </p:txBody>
      </p:sp>
      <p:sp>
        <p:nvSpPr>
          <p:cNvPr id="72" name="文本框 71"/>
          <p:cNvSpPr txBox="1"/>
          <p:nvPr/>
        </p:nvSpPr>
        <p:spPr>
          <a:xfrm>
            <a:off x="10337165" y="2398733"/>
            <a:ext cx="879475" cy="352425"/>
          </a:xfrm>
          <a:prstGeom prst="rect">
            <a:avLst/>
          </a:prstGeom>
          <a:noFill/>
        </p:spPr>
        <p:txBody>
          <a:bodyPr wrap="none" rtlCol="0" anchor="t">
            <a:spAutoFit/>
          </a:bodyPr>
          <a:lstStyle/>
          <a:p>
            <a:pPr algn="l"/>
            <a:r>
              <a:rPr lang="zh-CN" altLang="en-US" sz="1700" dirty="0">
                <a:solidFill>
                  <a:srgbClr val="0FAF9B"/>
                </a:solidFill>
                <a:latin typeface="思源黑体 CN Medium" panose="020B0600000000000000" charset="-122"/>
                <a:ea typeface="思源黑体 CN Medium" panose="020B0600000000000000" charset="-122"/>
                <a:cs typeface="思源黑体 CN Medium" panose="020B0600000000000000" charset="-122"/>
                <a:sym typeface="+mn-ea"/>
              </a:rPr>
              <a:t>副标题</a:t>
            </a:r>
            <a:r>
              <a:rPr lang="en-US" altLang="zh-CN" sz="1700" dirty="0">
                <a:solidFill>
                  <a:srgbClr val="0FAF9B"/>
                </a:solidFill>
                <a:latin typeface="思源黑体 CN Medium" panose="020B0600000000000000" charset="-122"/>
                <a:ea typeface="思源黑体 CN Medium" panose="020B0600000000000000" charset="-122"/>
                <a:cs typeface="思源黑体 CN Medium" panose="020B0600000000000000" charset="-122"/>
                <a:sym typeface="+mn-ea"/>
              </a:rPr>
              <a:t> </a:t>
            </a:r>
            <a:endParaRPr lang="en-US" altLang="zh-CN" sz="1700" dirty="0">
              <a:solidFill>
                <a:srgbClr val="0FAF9B"/>
              </a:solidFill>
              <a:latin typeface="思源黑体 CN Medium" panose="020B0600000000000000" charset="-122"/>
              <a:ea typeface="思源黑体 CN Medium" panose="020B0600000000000000" charset="-122"/>
              <a:cs typeface="思源黑体 CN Medium" panose="020B0600000000000000" charset="-122"/>
              <a:sym typeface="+mn-ea"/>
            </a:endParaRPr>
          </a:p>
        </p:txBody>
      </p:sp>
      <p:sp>
        <p:nvSpPr>
          <p:cNvPr id="73" name="文本框 72"/>
          <p:cNvSpPr txBox="1"/>
          <p:nvPr/>
        </p:nvSpPr>
        <p:spPr>
          <a:xfrm>
            <a:off x="10337165" y="2645113"/>
            <a:ext cx="1351280" cy="303530"/>
          </a:xfrm>
          <a:prstGeom prst="rect">
            <a:avLst/>
          </a:prstGeom>
          <a:noFill/>
        </p:spPr>
        <p:txBody>
          <a:bodyPr wrap="none" rtlCol="0">
            <a:spAutoFit/>
          </a:bodyPr>
          <a:lstStyle/>
          <a:p>
            <a:pPr algn="l">
              <a:lnSpc>
                <a:spcPct val="120000"/>
              </a:lnSpc>
            </a:pPr>
            <a:r>
              <a:rPr lang="zh-CN" sz="1150" dirty="0">
                <a:solidFill>
                  <a:schemeClr val="bg1">
                    <a:lumMod val="50000"/>
                  </a:schemeClr>
                </a:solidFill>
                <a:latin typeface="思源黑体 CN Regular" panose="020B0500000000000000" charset="-122"/>
                <a:ea typeface="思源黑体 CN Regular" panose="020B0500000000000000" charset="-122"/>
                <a:sym typeface="+mn-ea"/>
              </a:rPr>
              <a:t>输入你的描述文字</a:t>
            </a:r>
            <a:endParaRPr lang="zh-CN" altLang="en-US" sz="1150" dirty="0">
              <a:solidFill>
                <a:schemeClr val="bg1">
                  <a:lumMod val="50000"/>
                </a:schemeClr>
              </a:solidFill>
              <a:latin typeface="思源黑体 CN Regular" panose="020B0500000000000000" charset="-122"/>
              <a:ea typeface="思源黑体 CN Regular" panose="020B0500000000000000" charset="-122"/>
            </a:endParaRPr>
          </a:p>
        </p:txBody>
      </p:sp>
      <p:cxnSp>
        <p:nvCxnSpPr>
          <p:cNvPr id="84" name="直接连接符 83"/>
          <p:cNvCxnSpPr/>
          <p:nvPr/>
        </p:nvCxnSpPr>
        <p:spPr>
          <a:xfrm>
            <a:off x="8679180" y="3027383"/>
            <a:ext cx="272034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8707755" y="3166655"/>
            <a:ext cx="830580" cy="352425"/>
          </a:xfrm>
          <a:prstGeom prst="rect">
            <a:avLst/>
          </a:prstGeom>
          <a:noFill/>
        </p:spPr>
        <p:txBody>
          <a:bodyPr wrap="none" rtlCol="0" anchor="t">
            <a:spAutoFit/>
          </a:bodyPr>
          <a:lstStyle/>
          <a:p>
            <a:pPr algn="l"/>
            <a:r>
              <a:rPr lang="zh-CN" altLang="en-US" sz="1700" dirty="0">
                <a:solidFill>
                  <a:schemeClr val="tx1">
                    <a:lumMod val="75000"/>
                    <a:lumOff val="25000"/>
                  </a:schemeClr>
                </a:solidFill>
                <a:latin typeface="思源黑体 CN Medium" panose="020B0600000000000000" charset="-122"/>
                <a:ea typeface="思源黑体 CN Medium" panose="020B0600000000000000" charset="-122"/>
                <a:sym typeface="+mn-ea"/>
              </a:rPr>
              <a:t>副标题</a:t>
            </a:r>
            <a:endParaRPr lang="zh-CN" altLang="en-US" sz="17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45" name="文本框 44"/>
          <p:cNvSpPr txBox="1"/>
          <p:nvPr/>
        </p:nvSpPr>
        <p:spPr>
          <a:xfrm>
            <a:off x="8707755" y="3424465"/>
            <a:ext cx="1351280" cy="303530"/>
          </a:xfrm>
          <a:prstGeom prst="rect">
            <a:avLst/>
          </a:prstGeom>
          <a:noFill/>
        </p:spPr>
        <p:txBody>
          <a:bodyPr wrap="none" rtlCol="0">
            <a:spAutoFit/>
          </a:bodyPr>
          <a:lstStyle/>
          <a:p>
            <a:pPr algn="l">
              <a:lnSpc>
                <a:spcPct val="120000"/>
              </a:lnSpc>
            </a:pPr>
            <a:r>
              <a:rPr lang="zh-CN" sz="1150" dirty="0">
                <a:solidFill>
                  <a:schemeClr val="bg1">
                    <a:lumMod val="50000"/>
                  </a:schemeClr>
                </a:solidFill>
                <a:latin typeface="思源黑体 CN Regular" panose="020B0500000000000000" charset="-122"/>
                <a:ea typeface="思源黑体 CN Regular" panose="020B0500000000000000" charset="-122"/>
                <a:sym typeface="+mn-ea"/>
              </a:rPr>
              <a:t>输入你的描述文字</a:t>
            </a:r>
            <a:endParaRPr lang="zh-CN" altLang="en-US" sz="1150" dirty="0">
              <a:solidFill>
                <a:schemeClr val="bg1">
                  <a:lumMod val="50000"/>
                </a:schemeClr>
              </a:solidFill>
              <a:latin typeface="思源黑体 CN Regular" panose="020B0500000000000000" charset="-122"/>
              <a:ea typeface="思源黑体 CN Regular" panose="020B0500000000000000" charset="-122"/>
              <a:sym typeface="+mn-ea"/>
            </a:endParaRPr>
          </a:p>
        </p:txBody>
      </p:sp>
      <p:sp>
        <p:nvSpPr>
          <p:cNvPr id="46" name="文本框 45"/>
          <p:cNvSpPr txBox="1"/>
          <p:nvPr/>
        </p:nvSpPr>
        <p:spPr>
          <a:xfrm>
            <a:off x="8707755" y="3952150"/>
            <a:ext cx="830580" cy="352425"/>
          </a:xfrm>
          <a:prstGeom prst="rect">
            <a:avLst/>
          </a:prstGeom>
          <a:noFill/>
        </p:spPr>
        <p:txBody>
          <a:bodyPr wrap="none" rtlCol="0" anchor="t">
            <a:spAutoFit/>
          </a:bodyPr>
          <a:lstStyle/>
          <a:p>
            <a:pPr algn="l"/>
            <a:r>
              <a:rPr lang="zh-CN" altLang="en-US" sz="1700" dirty="0">
                <a:solidFill>
                  <a:schemeClr val="tx1">
                    <a:lumMod val="75000"/>
                    <a:lumOff val="25000"/>
                  </a:schemeClr>
                </a:solidFill>
                <a:latin typeface="思源黑体 CN Medium" panose="020B0600000000000000" charset="-122"/>
                <a:ea typeface="思源黑体 CN Medium" panose="020B0600000000000000" charset="-122"/>
                <a:sym typeface="+mn-ea"/>
              </a:rPr>
              <a:t>副标题</a:t>
            </a:r>
            <a:endParaRPr lang="zh-CN" altLang="en-US" sz="17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47" name="文本框 46"/>
          <p:cNvSpPr txBox="1"/>
          <p:nvPr/>
        </p:nvSpPr>
        <p:spPr>
          <a:xfrm>
            <a:off x="8707755" y="4209960"/>
            <a:ext cx="1351280" cy="303530"/>
          </a:xfrm>
          <a:prstGeom prst="rect">
            <a:avLst/>
          </a:prstGeom>
          <a:noFill/>
        </p:spPr>
        <p:txBody>
          <a:bodyPr wrap="none" rtlCol="0">
            <a:spAutoFit/>
          </a:bodyPr>
          <a:lstStyle/>
          <a:p>
            <a:pPr algn="l">
              <a:lnSpc>
                <a:spcPct val="120000"/>
              </a:lnSpc>
            </a:pPr>
            <a:r>
              <a:rPr lang="zh-CN" sz="1150" dirty="0">
                <a:solidFill>
                  <a:schemeClr val="bg1">
                    <a:lumMod val="50000"/>
                  </a:schemeClr>
                </a:solidFill>
                <a:latin typeface="思源黑体 CN Regular" panose="020B0500000000000000" charset="-122"/>
                <a:ea typeface="思源黑体 CN Regular" panose="020B0500000000000000" charset="-122"/>
                <a:sym typeface="+mn-ea"/>
              </a:rPr>
              <a:t>输入你的描述文字</a:t>
            </a:r>
            <a:endParaRPr lang="en-US" altLang="zh-CN" sz="1150" dirty="0">
              <a:solidFill>
                <a:schemeClr val="bg1">
                  <a:lumMod val="50000"/>
                </a:schemeClr>
              </a:solidFill>
              <a:latin typeface="思源黑体 CN Regular" panose="020B0500000000000000" charset="-122"/>
              <a:ea typeface="思源黑体 CN Regular" panose="020B0500000000000000" charset="-122"/>
              <a:sym typeface="+mn-ea"/>
            </a:endParaRPr>
          </a:p>
        </p:txBody>
      </p:sp>
      <p:sp>
        <p:nvSpPr>
          <p:cNvPr id="48" name="文本框 47"/>
          <p:cNvSpPr txBox="1"/>
          <p:nvPr/>
        </p:nvSpPr>
        <p:spPr>
          <a:xfrm>
            <a:off x="8707755" y="4749075"/>
            <a:ext cx="830580" cy="352425"/>
          </a:xfrm>
          <a:prstGeom prst="rect">
            <a:avLst/>
          </a:prstGeom>
          <a:noFill/>
        </p:spPr>
        <p:txBody>
          <a:bodyPr wrap="none" rtlCol="0" anchor="t">
            <a:spAutoFit/>
          </a:bodyPr>
          <a:lstStyle/>
          <a:p>
            <a:pPr algn="l"/>
            <a:r>
              <a:rPr lang="zh-CN" altLang="en-US" sz="1700" dirty="0">
                <a:solidFill>
                  <a:schemeClr val="tx1">
                    <a:lumMod val="75000"/>
                    <a:lumOff val="25000"/>
                  </a:schemeClr>
                </a:solidFill>
                <a:latin typeface="思源黑体 CN Medium" panose="020B0600000000000000" charset="-122"/>
                <a:ea typeface="思源黑体 CN Medium" panose="020B0600000000000000" charset="-122"/>
                <a:sym typeface="+mn-ea"/>
              </a:rPr>
              <a:t>副标题</a:t>
            </a:r>
            <a:endParaRPr lang="zh-CN" altLang="en-US" sz="17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50" name="文本框 49"/>
          <p:cNvSpPr txBox="1"/>
          <p:nvPr/>
        </p:nvSpPr>
        <p:spPr>
          <a:xfrm>
            <a:off x="8707755" y="5007520"/>
            <a:ext cx="1300480" cy="294005"/>
          </a:xfrm>
          <a:prstGeom prst="rect">
            <a:avLst/>
          </a:prstGeom>
          <a:noFill/>
        </p:spPr>
        <p:txBody>
          <a:bodyPr wrap="none" rtlCol="0">
            <a:spAutoFit/>
          </a:bodyPr>
          <a:lstStyle/>
          <a:p>
            <a:pPr algn="l">
              <a:lnSpc>
                <a:spcPct val="120000"/>
              </a:lnSpc>
            </a:pPr>
            <a:r>
              <a:rPr lang="zh-CN" sz="1100" dirty="0">
                <a:solidFill>
                  <a:schemeClr val="bg1">
                    <a:lumMod val="50000"/>
                  </a:schemeClr>
                </a:solidFill>
                <a:latin typeface="思源黑体 CN Regular" panose="020B0500000000000000" charset="-122"/>
                <a:ea typeface="思源黑体 CN Regular" panose="020B0500000000000000" charset="-122"/>
                <a:sym typeface="+mn-ea"/>
              </a:rPr>
              <a:t>输入你的描述文字</a:t>
            </a:r>
            <a:endParaRPr lang="en-US" altLang="zh-CN" sz="1100" dirty="0">
              <a:solidFill>
                <a:schemeClr val="bg1">
                  <a:lumMod val="50000"/>
                </a:schemeClr>
              </a:solidFill>
              <a:latin typeface="思源黑体 CN Regular" panose="020B0500000000000000" charset="-122"/>
              <a:ea typeface="思源黑体 CN Regular" panose="020B0500000000000000" charset="-122"/>
              <a:sym typeface="+mn-ea"/>
            </a:endParaRPr>
          </a:p>
        </p:txBody>
      </p:sp>
      <p:sp>
        <p:nvSpPr>
          <p:cNvPr id="78" name="文本框 77"/>
          <p:cNvSpPr txBox="1"/>
          <p:nvPr/>
        </p:nvSpPr>
        <p:spPr>
          <a:xfrm>
            <a:off x="10337165" y="3167290"/>
            <a:ext cx="878840" cy="352425"/>
          </a:xfrm>
          <a:prstGeom prst="rect">
            <a:avLst/>
          </a:prstGeom>
          <a:noFill/>
        </p:spPr>
        <p:txBody>
          <a:bodyPr wrap="none" rtlCol="0" anchor="t">
            <a:spAutoFit/>
          </a:bodyPr>
          <a:lstStyle/>
          <a:p>
            <a:pPr algn="l"/>
            <a:r>
              <a:rPr lang="zh-CN" altLang="en-US" sz="1700" dirty="0">
                <a:solidFill>
                  <a:srgbClr val="0FAF9B"/>
                </a:solidFill>
                <a:latin typeface="思源黑体 CN Medium" panose="020B0600000000000000" charset="-122"/>
                <a:ea typeface="思源黑体 CN Medium" panose="020B0600000000000000" charset="-122"/>
                <a:cs typeface="思源黑体 CN Medium" panose="020B0600000000000000" charset="-122"/>
                <a:sym typeface="+mn-ea"/>
              </a:rPr>
              <a:t>副标题</a:t>
            </a:r>
            <a:r>
              <a:rPr lang="en-US" altLang="zh-CN" sz="1700" dirty="0">
                <a:solidFill>
                  <a:srgbClr val="0FAF9B"/>
                </a:solidFill>
                <a:latin typeface="思源黑体 CN Medium" panose="020B0600000000000000" charset="-122"/>
                <a:ea typeface="思源黑体 CN Medium" panose="020B0600000000000000" charset="-122"/>
                <a:cs typeface="思源黑体 CN Medium" panose="020B0600000000000000" charset="-122"/>
                <a:sym typeface="+mn-ea"/>
              </a:rPr>
              <a:t> </a:t>
            </a:r>
            <a:endParaRPr lang="en-US" altLang="zh-CN" sz="1700" dirty="0">
              <a:solidFill>
                <a:srgbClr val="0FAF9B"/>
              </a:solidFill>
              <a:latin typeface="思源黑体 CN Medium" panose="020B0600000000000000" charset="-122"/>
              <a:ea typeface="思源黑体 CN Medium" panose="020B0600000000000000" charset="-122"/>
              <a:cs typeface="思源黑体 CN Medium" panose="020B0600000000000000" charset="-122"/>
              <a:sym typeface="+mn-ea"/>
            </a:endParaRPr>
          </a:p>
        </p:txBody>
      </p:sp>
      <p:sp>
        <p:nvSpPr>
          <p:cNvPr id="79" name="文本框 78"/>
          <p:cNvSpPr txBox="1"/>
          <p:nvPr/>
        </p:nvSpPr>
        <p:spPr>
          <a:xfrm>
            <a:off x="10337165" y="3424465"/>
            <a:ext cx="1351280" cy="303530"/>
          </a:xfrm>
          <a:prstGeom prst="rect">
            <a:avLst/>
          </a:prstGeom>
          <a:noFill/>
        </p:spPr>
        <p:txBody>
          <a:bodyPr wrap="none" rtlCol="0">
            <a:spAutoFit/>
          </a:bodyPr>
          <a:lstStyle/>
          <a:p>
            <a:pPr algn="l">
              <a:lnSpc>
                <a:spcPct val="120000"/>
              </a:lnSpc>
            </a:pPr>
            <a:r>
              <a:rPr lang="zh-CN" sz="1150" dirty="0">
                <a:solidFill>
                  <a:schemeClr val="bg1">
                    <a:lumMod val="50000"/>
                  </a:schemeClr>
                </a:solidFill>
                <a:latin typeface="思源黑体 CN Regular" panose="020B0500000000000000" charset="-122"/>
                <a:ea typeface="思源黑体 CN Regular" panose="020B0500000000000000" charset="-122"/>
                <a:sym typeface="+mn-ea"/>
              </a:rPr>
              <a:t>输入你的描述文字</a:t>
            </a:r>
            <a:endParaRPr lang="zh-CN" altLang="en-US" sz="1150" dirty="0">
              <a:solidFill>
                <a:schemeClr val="bg1">
                  <a:lumMod val="50000"/>
                </a:schemeClr>
              </a:solidFill>
              <a:latin typeface="思源黑体 CN Regular" panose="020B0500000000000000" charset="-122"/>
              <a:ea typeface="思源黑体 CN Regular" panose="020B0500000000000000" charset="-122"/>
              <a:sym typeface="+mn-ea"/>
            </a:endParaRPr>
          </a:p>
        </p:txBody>
      </p:sp>
      <p:sp>
        <p:nvSpPr>
          <p:cNvPr id="80" name="文本框 79"/>
          <p:cNvSpPr txBox="1"/>
          <p:nvPr/>
        </p:nvSpPr>
        <p:spPr>
          <a:xfrm>
            <a:off x="10337165" y="3946435"/>
            <a:ext cx="878840" cy="352425"/>
          </a:xfrm>
          <a:prstGeom prst="rect">
            <a:avLst/>
          </a:prstGeom>
          <a:noFill/>
        </p:spPr>
        <p:txBody>
          <a:bodyPr wrap="none" rtlCol="0" anchor="t">
            <a:spAutoFit/>
          </a:bodyPr>
          <a:lstStyle/>
          <a:p>
            <a:pPr algn="l"/>
            <a:r>
              <a:rPr lang="zh-CN" altLang="en-US" sz="1700" dirty="0">
                <a:solidFill>
                  <a:srgbClr val="0FAF9B"/>
                </a:solidFill>
                <a:latin typeface="思源黑体 CN Medium" panose="020B0600000000000000" charset="-122"/>
                <a:ea typeface="思源黑体 CN Medium" panose="020B0600000000000000" charset="-122"/>
                <a:cs typeface="思源黑体 CN Medium" panose="020B0600000000000000" charset="-122"/>
                <a:sym typeface="+mn-ea"/>
              </a:rPr>
              <a:t>副标题</a:t>
            </a:r>
            <a:r>
              <a:rPr lang="en-US" altLang="zh-CN" sz="1700" dirty="0">
                <a:solidFill>
                  <a:srgbClr val="0FAF9B"/>
                </a:solidFill>
                <a:latin typeface="思源黑体 CN Medium" panose="020B0600000000000000" charset="-122"/>
                <a:ea typeface="思源黑体 CN Medium" panose="020B0600000000000000" charset="-122"/>
                <a:cs typeface="思源黑体 CN Medium" panose="020B0600000000000000" charset="-122"/>
                <a:sym typeface="+mn-ea"/>
              </a:rPr>
              <a:t> </a:t>
            </a:r>
            <a:endParaRPr lang="en-US" altLang="zh-CN" sz="1700" dirty="0">
              <a:solidFill>
                <a:srgbClr val="0FAF9B"/>
              </a:solidFill>
              <a:latin typeface="思源黑体 CN Medium" panose="020B0600000000000000" charset="-122"/>
              <a:ea typeface="思源黑体 CN Medium" panose="020B0600000000000000" charset="-122"/>
              <a:cs typeface="思源黑体 CN Medium" panose="020B0600000000000000" charset="-122"/>
              <a:sym typeface="+mn-ea"/>
            </a:endParaRPr>
          </a:p>
        </p:txBody>
      </p:sp>
      <p:sp>
        <p:nvSpPr>
          <p:cNvPr id="81" name="文本框 80"/>
          <p:cNvSpPr txBox="1"/>
          <p:nvPr/>
        </p:nvSpPr>
        <p:spPr>
          <a:xfrm>
            <a:off x="10337165" y="4210595"/>
            <a:ext cx="1351280" cy="303530"/>
          </a:xfrm>
          <a:prstGeom prst="rect">
            <a:avLst/>
          </a:prstGeom>
          <a:noFill/>
        </p:spPr>
        <p:txBody>
          <a:bodyPr wrap="none" rtlCol="0">
            <a:spAutoFit/>
          </a:bodyPr>
          <a:lstStyle/>
          <a:p>
            <a:pPr algn="l">
              <a:lnSpc>
                <a:spcPct val="120000"/>
              </a:lnSpc>
            </a:pPr>
            <a:r>
              <a:rPr lang="zh-CN" sz="1150" dirty="0">
                <a:solidFill>
                  <a:schemeClr val="bg1">
                    <a:lumMod val="50000"/>
                  </a:schemeClr>
                </a:solidFill>
                <a:latin typeface="思源黑体 CN Regular" panose="020B0500000000000000" charset="-122"/>
                <a:ea typeface="思源黑体 CN Regular" panose="020B0500000000000000" charset="-122"/>
                <a:sym typeface="+mn-ea"/>
              </a:rPr>
              <a:t>输入你的描述文字</a:t>
            </a:r>
            <a:endParaRPr lang="zh-CN" altLang="en-US" sz="1150" dirty="0">
              <a:solidFill>
                <a:schemeClr val="bg1">
                  <a:lumMod val="50000"/>
                </a:schemeClr>
              </a:solidFill>
              <a:latin typeface="思源黑体 CN Regular" panose="020B0500000000000000" charset="-122"/>
              <a:ea typeface="思源黑体 CN Regular" panose="020B0500000000000000" charset="-122"/>
            </a:endParaRPr>
          </a:p>
        </p:txBody>
      </p:sp>
      <p:sp>
        <p:nvSpPr>
          <p:cNvPr id="82" name="文本框 81"/>
          <p:cNvSpPr txBox="1"/>
          <p:nvPr/>
        </p:nvSpPr>
        <p:spPr>
          <a:xfrm>
            <a:off x="10337165" y="4749710"/>
            <a:ext cx="878840" cy="352425"/>
          </a:xfrm>
          <a:prstGeom prst="rect">
            <a:avLst/>
          </a:prstGeom>
          <a:noFill/>
        </p:spPr>
        <p:txBody>
          <a:bodyPr wrap="none" rtlCol="0" anchor="t">
            <a:spAutoFit/>
          </a:bodyPr>
          <a:lstStyle/>
          <a:p>
            <a:pPr algn="l"/>
            <a:r>
              <a:rPr lang="zh-CN" altLang="en-US" sz="1700" dirty="0">
                <a:solidFill>
                  <a:srgbClr val="0FAF9B"/>
                </a:solidFill>
                <a:latin typeface="思源黑体 CN Medium" panose="020B0600000000000000" charset="-122"/>
                <a:ea typeface="思源黑体 CN Medium" panose="020B0600000000000000" charset="-122"/>
                <a:cs typeface="思源黑体 CN Medium" panose="020B0600000000000000" charset="-122"/>
                <a:sym typeface="+mn-ea"/>
              </a:rPr>
              <a:t>副标题</a:t>
            </a:r>
            <a:r>
              <a:rPr lang="en-US" altLang="zh-CN" sz="1700" dirty="0">
                <a:solidFill>
                  <a:srgbClr val="0FAF9B"/>
                </a:solidFill>
                <a:latin typeface="思源黑体 CN Medium" panose="020B0600000000000000" charset="-122"/>
                <a:ea typeface="思源黑体 CN Medium" panose="020B0600000000000000" charset="-122"/>
                <a:cs typeface="思源黑体 CN Medium" panose="020B0600000000000000" charset="-122"/>
                <a:sym typeface="+mn-ea"/>
              </a:rPr>
              <a:t> </a:t>
            </a:r>
            <a:endParaRPr lang="en-US" altLang="zh-CN" sz="1700" dirty="0">
              <a:solidFill>
                <a:srgbClr val="0FAF9B"/>
              </a:solidFill>
              <a:latin typeface="思源黑体 CN Medium" panose="020B0600000000000000" charset="-122"/>
              <a:ea typeface="思源黑体 CN Medium" panose="020B0600000000000000" charset="-122"/>
              <a:cs typeface="思源黑体 CN Medium" panose="020B0600000000000000" charset="-122"/>
              <a:sym typeface="+mn-ea"/>
            </a:endParaRPr>
          </a:p>
        </p:txBody>
      </p:sp>
      <p:sp>
        <p:nvSpPr>
          <p:cNvPr id="83" name="文本框 82"/>
          <p:cNvSpPr txBox="1"/>
          <p:nvPr/>
        </p:nvSpPr>
        <p:spPr>
          <a:xfrm>
            <a:off x="10337165" y="5008155"/>
            <a:ext cx="1300480" cy="294005"/>
          </a:xfrm>
          <a:prstGeom prst="rect">
            <a:avLst/>
          </a:prstGeom>
          <a:noFill/>
        </p:spPr>
        <p:txBody>
          <a:bodyPr wrap="none" rtlCol="0">
            <a:spAutoFit/>
          </a:bodyPr>
          <a:lstStyle/>
          <a:p>
            <a:pPr algn="l">
              <a:lnSpc>
                <a:spcPct val="120000"/>
              </a:lnSpc>
            </a:pPr>
            <a:r>
              <a:rPr lang="zh-CN" sz="1100" dirty="0">
                <a:solidFill>
                  <a:schemeClr val="bg1">
                    <a:lumMod val="50000"/>
                  </a:schemeClr>
                </a:solidFill>
                <a:latin typeface="思源黑体 CN Regular" panose="020B0500000000000000" charset="-122"/>
                <a:ea typeface="思源黑体 CN Regular" panose="020B0500000000000000" charset="-122"/>
                <a:sym typeface="+mn-ea"/>
              </a:rPr>
              <a:t>输入你的描述文字</a:t>
            </a:r>
            <a:endParaRPr lang="en-US" altLang="zh-CN" sz="1100" dirty="0">
              <a:solidFill>
                <a:schemeClr val="bg1">
                  <a:lumMod val="50000"/>
                </a:schemeClr>
              </a:solidFill>
              <a:latin typeface="思源黑体 CN Regular" panose="020B0500000000000000" charset="-122"/>
              <a:ea typeface="思源黑体 CN Regular" panose="020B0500000000000000" charset="-122"/>
              <a:sym typeface="+mn-ea"/>
            </a:endParaRPr>
          </a:p>
        </p:txBody>
      </p:sp>
      <p:cxnSp>
        <p:nvCxnSpPr>
          <p:cNvPr id="87" name="直接连接符 86"/>
          <p:cNvCxnSpPr/>
          <p:nvPr/>
        </p:nvCxnSpPr>
        <p:spPr>
          <a:xfrm>
            <a:off x="8679180" y="3795305"/>
            <a:ext cx="272034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8679180" y="4594770"/>
            <a:ext cx="272034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8679180" y="5377090"/>
            <a:ext cx="272034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3" name="右箭头 92"/>
          <p:cNvSpPr/>
          <p:nvPr/>
        </p:nvSpPr>
        <p:spPr>
          <a:xfrm rot="5400000">
            <a:off x="8794750" y="1970743"/>
            <a:ext cx="252095" cy="205740"/>
          </a:xfrm>
          <a:prstGeom prst="rightArrow">
            <a:avLst>
              <a:gd name="adj1" fmla="val 38271"/>
              <a:gd name="adj2" fmla="val 60756"/>
            </a:avLst>
          </a:prstGeom>
          <a:solidFill>
            <a:srgbClr val="A9D6EF"/>
          </a:solidFill>
          <a:ln w="38100">
            <a:noFill/>
          </a:ln>
          <a:effectLst>
            <a:outerShdw blurRad="50800" dist="38100" algn="tl" rotWithShape="0">
              <a:schemeClr val="bg1">
                <a:lumMod val="9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HarmonyOS Sans SC" panose="00000500000000000000" charset="-122"/>
              <a:ea typeface="HarmonyOS Sans SC" panose="00000500000000000000" charset="-122"/>
              <a:sym typeface="+mn-ea"/>
            </a:endParaRPr>
          </a:p>
        </p:txBody>
      </p:sp>
      <p:sp>
        <p:nvSpPr>
          <p:cNvPr id="7" name="右箭头 6"/>
          <p:cNvSpPr/>
          <p:nvPr/>
        </p:nvSpPr>
        <p:spPr>
          <a:xfrm rot="5400000">
            <a:off x="10322560" y="1970743"/>
            <a:ext cx="252095" cy="205740"/>
          </a:xfrm>
          <a:prstGeom prst="rightArrow">
            <a:avLst>
              <a:gd name="adj1" fmla="val 38271"/>
              <a:gd name="adj2" fmla="val 60756"/>
            </a:avLst>
          </a:prstGeom>
          <a:solidFill>
            <a:srgbClr val="A9D6EF"/>
          </a:solidFill>
          <a:ln w="38100">
            <a:noFill/>
          </a:ln>
          <a:effectLst>
            <a:outerShdw blurRad="50800" dist="38100" algn="tl" rotWithShape="0">
              <a:schemeClr val="bg1">
                <a:lumMod val="9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HarmonyOS Sans SC" panose="00000500000000000000" charset="-122"/>
              <a:ea typeface="HarmonyOS Sans SC" panose="00000500000000000000" charset="-122"/>
              <a:sym typeface="+mn-ea"/>
            </a:endParaRPr>
          </a:p>
        </p:txBody>
      </p:sp>
      <p:sp>
        <p:nvSpPr>
          <p:cNvPr id="65542" name="文本框 8"/>
          <p:cNvSpPr txBox="1">
            <a:spLocks noChangeArrowheads="1"/>
          </p:cNvSpPr>
          <p:nvPr/>
        </p:nvSpPr>
        <p:spPr bwMode="auto">
          <a:xfrm>
            <a:off x="736600" y="2351164"/>
            <a:ext cx="3544570" cy="31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sz="2200" b="1">
                <a:solidFill>
                  <a:srgbClr val="009E9A"/>
                </a:solidFill>
                <a:latin typeface="微软雅黑" panose="020B0503020204020204" charset="-122"/>
                <a:ea typeface="微软雅黑" panose="020B0503020204020204" charset="-122"/>
              </a:defRPr>
            </a:lvl1pPr>
            <a:lvl2pPr marL="742950" indent="-285750">
              <a:spcBef>
                <a:spcPct val="20000"/>
              </a:spcBef>
              <a:defRPr sz="16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1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lnSpc>
                <a:spcPct val="120000"/>
              </a:lnSpc>
              <a:spcBef>
                <a:spcPct val="0"/>
              </a:spcBef>
            </a:pPr>
            <a:r>
              <a:rPr lang="zh-CN" altLang="en-US" sz="1200" b="0" dirty="0">
                <a:solidFill>
                  <a:schemeClr val="tx1"/>
                </a:solidFill>
                <a:latin typeface="思源黑体 CN Medium" panose="020B0600000000000000" charset="-122"/>
                <a:ea typeface="思源黑体 CN Medium" panose="020B0600000000000000" charset="-122"/>
                <a:sym typeface="+mn-ea"/>
              </a:rPr>
              <a:t>输入图片名称</a:t>
            </a:r>
            <a:endParaRPr lang="zh-CN" altLang="en-US" sz="1200" b="0" dirty="0">
              <a:solidFill>
                <a:schemeClr val="tx1"/>
              </a:solidFill>
              <a:latin typeface="思源黑体 CN Medium" panose="020B0600000000000000" charset="-122"/>
              <a:ea typeface="思源黑体 CN Medium" panose="020B0600000000000000" charset="-122"/>
              <a:sym typeface="+mn-ea"/>
            </a:endParaRPr>
          </a:p>
        </p:txBody>
      </p:sp>
      <p:sp>
        <p:nvSpPr>
          <p:cNvPr id="25" name="文本框 8"/>
          <p:cNvSpPr txBox="1">
            <a:spLocks noChangeArrowheads="1"/>
          </p:cNvSpPr>
          <p:nvPr/>
        </p:nvSpPr>
        <p:spPr bwMode="auto">
          <a:xfrm>
            <a:off x="4559589" y="2351164"/>
            <a:ext cx="3517785" cy="31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sz="2200" b="1">
                <a:solidFill>
                  <a:srgbClr val="009E9A"/>
                </a:solidFill>
                <a:latin typeface="微软雅黑" panose="020B0503020204020204" charset="-122"/>
                <a:ea typeface="微软雅黑" panose="020B0503020204020204" charset="-122"/>
              </a:defRPr>
            </a:lvl1pPr>
            <a:lvl2pPr marL="742950" indent="-285750">
              <a:spcBef>
                <a:spcPct val="20000"/>
              </a:spcBef>
              <a:defRPr sz="16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1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lnSpc>
                <a:spcPct val="120000"/>
              </a:lnSpc>
              <a:spcBef>
                <a:spcPct val="0"/>
              </a:spcBef>
            </a:pPr>
            <a:r>
              <a:rPr lang="zh-CN" altLang="en-US" sz="1200" b="0" dirty="0">
                <a:solidFill>
                  <a:schemeClr val="tx1"/>
                </a:solidFill>
                <a:latin typeface="思源黑体 CN Medium" panose="020B0600000000000000" charset="-122"/>
                <a:ea typeface="思源黑体 CN Medium" panose="020B0600000000000000" charset="-122"/>
                <a:sym typeface="+mn-ea"/>
              </a:rPr>
              <a:t>输入图片名称</a:t>
            </a:r>
            <a:endParaRPr lang="zh-CN" altLang="en-US" sz="1200" b="0" dirty="0">
              <a:solidFill>
                <a:schemeClr val="tx1"/>
              </a:solidFill>
              <a:latin typeface="思源黑体 CN Medium" panose="020B0600000000000000" charset="-122"/>
              <a:ea typeface="思源黑体 CN Medium" panose="020B0600000000000000" charset="-122"/>
              <a:sym typeface="+mn-ea"/>
            </a:endParaRPr>
          </a:p>
        </p:txBody>
      </p:sp>
      <p:sp>
        <p:nvSpPr>
          <p:cNvPr id="21" name="矩形 20"/>
          <p:cNvSpPr/>
          <p:nvPr/>
        </p:nvSpPr>
        <p:spPr>
          <a:xfrm>
            <a:off x="735965" y="940667"/>
            <a:ext cx="3546000" cy="14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 name="矩形 25"/>
          <p:cNvSpPr/>
          <p:nvPr/>
        </p:nvSpPr>
        <p:spPr>
          <a:xfrm>
            <a:off x="4531360" y="941302"/>
            <a:ext cx="3546000" cy="14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文本框 8"/>
          <p:cNvSpPr txBox="1">
            <a:spLocks noChangeArrowheads="1"/>
          </p:cNvSpPr>
          <p:nvPr/>
        </p:nvSpPr>
        <p:spPr bwMode="auto">
          <a:xfrm>
            <a:off x="736600" y="4175519"/>
            <a:ext cx="3544570" cy="31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sz="2200" b="1">
                <a:solidFill>
                  <a:srgbClr val="009E9A"/>
                </a:solidFill>
                <a:latin typeface="微软雅黑" panose="020B0503020204020204" charset="-122"/>
                <a:ea typeface="微软雅黑" panose="020B0503020204020204" charset="-122"/>
              </a:defRPr>
            </a:lvl1pPr>
            <a:lvl2pPr marL="742950" indent="-285750">
              <a:spcBef>
                <a:spcPct val="20000"/>
              </a:spcBef>
              <a:defRPr sz="16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1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lnSpc>
                <a:spcPct val="120000"/>
              </a:lnSpc>
              <a:spcBef>
                <a:spcPct val="0"/>
              </a:spcBef>
            </a:pPr>
            <a:r>
              <a:rPr lang="zh-CN" altLang="en-US" sz="1200" b="0" dirty="0">
                <a:solidFill>
                  <a:schemeClr val="tx1"/>
                </a:solidFill>
                <a:latin typeface="思源黑体 CN Medium" panose="020B0600000000000000" charset="-122"/>
                <a:ea typeface="思源黑体 CN Medium" panose="020B0600000000000000" charset="-122"/>
                <a:sym typeface="+mn-ea"/>
              </a:rPr>
              <a:t>输入图片名称</a:t>
            </a:r>
            <a:endParaRPr lang="zh-CN" altLang="en-US" sz="1200" b="0" dirty="0">
              <a:solidFill>
                <a:schemeClr val="tx1"/>
              </a:solidFill>
              <a:latin typeface="思源黑体 CN Medium" panose="020B0600000000000000" charset="-122"/>
              <a:ea typeface="思源黑体 CN Medium" panose="020B0600000000000000" charset="-122"/>
              <a:sym typeface="+mn-ea"/>
            </a:endParaRPr>
          </a:p>
        </p:txBody>
      </p:sp>
      <p:sp>
        <p:nvSpPr>
          <p:cNvPr id="28" name="文本框 8"/>
          <p:cNvSpPr txBox="1">
            <a:spLocks noChangeArrowheads="1"/>
          </p:cNvSpPr>
          <p:nvPr/>
        </p:nvSpPr>
        <p:spPr bwMode="auto">
          <a:xfrm>
            <a:off x="4559589" y="4175519"/>
            <a:ext cx="3517785" cy="31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sz="2200" b="1">
                <a:solidFill>
                  <a:srgbClr val="009E9A"/>
                </a:solidFill>
                <a:latin typeface="微软雅黑" panose="020B0503020204020204" charset="-122"/>
                <a:ea typeface="微软雅黑" panose="020B0503020204020204" charset="-122"/>
              </a:defRPr>
            </a:lvl1pPr>
            <a:lvl2pPr marL="742950" indent="-285750">
              <a:spcBef>
                <a:spcPct val="20000"/>
              </a:spcBef>
              <a:defRPr sz="16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1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lnSpc>
                <a:spcPct val="120000"/>
              </a:lnSpc>
              <a:spcBef>
                <a:spcPct val="0"/>
              </a:spcBef>
            </a:pPr>
            <a:r>
              <a:rPr lang="zh-CN" altLang="en-US" sz="1200" b="0" dirty="0">
                <a:solidFill>
                  <a:schemeClr val="tx1"/>
                </a:solidFill>
                <a:latin typeface="思源黑体 CN Medium" panose="020B0600000000000000" charset="-122"/>
                <a:ea typeface="思源黑体 CN Medium" panose="020B0600000000000000" charset="-122"/>
                <a:sym typeface="+mn-ea"/>
              </a:rPr>
              <a:t>输入图片名称</a:t>
            </a:r>
            <a:endParaRPr lang="zh-CN" altLang="en-US" sz="1200" b="0" dirty="0">
              <a:solidFill>
                <a:schemeClr val="tx1"/>
              </a:solidFill>
              <a:latin typeface="思源黑体 CN Medium" panose="020B0600000000000000" charset="-122"/>
              <a:ea typeface="思源黑体 CN Medium" panose="020B0600000000000000" charset="-122"/>
              <a:sym typeface="+mn-ea"/>
            </a:endParaRPr>
          </a:p>
        </p:txBody>
      </p:sp>
      <p:sp>
        <p:nvSpPr>
          <p:cNvPr id="29" name="矩形 28"/>
          <p:cNvSpPr/>
          <p:nvPr/>
        </p:nvSpPr>
        <p:spPr>
          <a:xfrm>
            <a:off x="735965" y="2765022"/>
            <a:ext cx="3546000" cy="14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矩形 29"/>
          <p:cNvSpPr/>
          <p:nvPr/>
        </p:nvSpPr>
        <p:spPr>
          <a:xfrm>
            <a:off x="4531360" y="2765657"/>
            <a:ext cx="3546000" cy="14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 name="文本框 8"/>
          <p:cNvSpPr txBox="1">
            <a:spLocks noChangeArrowheads="1"/>
          </p:cNvSpPr>
          <p:nvPr/>
        </p:nvSpPr>
        <p:spPr bwMode="auto">
          <a:xfrm>
            <a:off x="736600" y="5986539"/>
            <a:ext cx="3544570" cy="31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sz="2200" b="1">
                <a:solidFill>
                  <a:srgbClr val="009E9A"/>
                </a:solidFill>
                <a:latin typeface="微软雅黑" panose="020B0503020204020204" charset="-122"/>
                <a:ea typeface="微软雅黑" panose="020B0503020204020204" charset="-122"/>
              </a:defRPr>
            </a:lvl1pPr>
            <a:lvl2pPr marL="742950" indent="-285750">
              <a:spcBef>
                <a:spcPct val="20000"/>
              </a:spcBef>
              <a:defRPr sz="16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1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lnSpc>
                <a:spcPct val="120000"/>
              </a:lnSpc>
              <a:spcBef>
                <a:spcPct val="0"/>
              </a:spcBef>
            </a:pPr>
            <a:r>
              <a:rPr lang="zh-CN" altLang="en-US" sz="1200" b="0" dirty="0">
                <a:solidFill>
                  <a:schemeClr val="tx1"/>
                </a:solidFill>
                <a:latin typeface="思源黑体 CN Medium" panose="020B0600000000000000" charset="-122"/>
                <a:ea typeface="思源黑体 CN Medium" panose="020B0600000000000000" charset="-122"/>
                <a:sym typeface="+mn-ea"/>
              </a:rPr>
              <a:t>输入图片名称</a:t>
            </a:r>
            <a:endParaRPr lang="zh-CN" altLang="en-US" sz="1200" b="0" dirty="0">
              <a:solidFill>
                <a:schemeClr val="tx1"/>
              </a:solidFill>
              <a:latin typeface="思源黑体 CN Medium" panose="020B0600000000000000" charset="-122"/>
              <a:ea typeface="思源黑体 CN Medium" panose="020B0600000000000000" charset="-122"/>
              <a:sym typeface="+mn-ea"/>
            </a:endParaRPr>
          </a:p>
        </p:txBody>
      </p:sp>
      <p:sp>
        <p:nvSpPr>
          <p:cNvPr id="32" name="文本框 8"/>
          <p:cNvSpPr txBox="1">
            <a:spLocks noChangeArrowheads="1"/>
          </p:cNvSpPr>
          <p:nvPr/>
        </p:nvSpPr>
        <p:spPr bwMode="auto">
          <a:xfrm>
            <a:off x="4559589" y="5986539"/>
            <a:ext cx="3517785" cy="31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defRPr sz="2200" b="1">
                <a:solidFill>
                  <a:srgbClr val="009E9A"/>
                </a:solidFill>
                <a:latin typeface="微软雅黑" panose="020B0503020204020204" charset="-122"/>
                <a:ea typeface="微软雅黑" panose="020B0503020204020204" charset="-122"/>
              </a:defRPr>
            </a:lvl1pPr>
            <a:lvl2pPr marL="742950" indent="-285750">
              <a:spcBef>
                <a:spcPct val="20000"/>
              </a:spcBef>
              <a:defRPr sz="16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10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lnSpc>
                <a:spcPct val="120000"/>
              </a:lnSpc>
              <a:spcBef>
                <a:spcPct val="0"/>
              </a:spcBef>
            </a:pPr>
            <a:r>
              <a:rPr lang="zh-CN" altLang="en-US" sz="1200" b="0" dirty="0">
                <a:solidFill>
                  <a:schemeClr val="tx1"/>
                </a:solidFill>
                <a:latin typeface="思源黑体 CN Medium" panose="020B0600000000000000" charset="-122"/>
                <a:ea typeface="思源黑体 CN Medium" panose="020B0600000000000000" charset="-122"/>
                <a:sym typeface="+mn-ea"/>
              </a:rPr>
              <a:t>输入图片名称</a:t>
            </a:r>
            <a:endParaRPr lang="zh-CN" altLang="en-US" sz="1200" b="0" dirty="0">
              <a:solidFill>
                <a:schemeClr val="tx1"/>
              </a:solidFill>
              <a:latin typeface="思源黑体 CN Medium" panose="020B0600000000000000" charset="-122"/>
              <a:ea typeface="思源黑体 CN Medium" panose="020B0600000000000000" charset="-122"/>
              <a:sym typeface="+mn-ea"/>
            </a:endParaRPr>
          </a:p>
        </p:txBody>
      </p:sp>
      <p:sp>
        <p:nvSpPr>
          <p:cNvPr id="33" name="矩形 32"/>
          <p:cNvSpPr/>
          <p:nvPr/>
        </p:nvSpPr>
        <p:spPr>
          <a:xfrm>
            <a:off x="735965" y="4576042"/>
            <a:ext cx="3546000" cy="14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 name="矩形 33"/>
          <p:cNvSpPr/>
          <p:nvPr/>
        </p:nvSpPr>
        <p:spPr>
          <a:xfrm>
            <a:off x="4531360" y="4576677"/>
            <a:ext cx="3546000" cy="14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 name="矩形 48"/>
          <p:cNvSpPr/>
          <p:nvPr/>
        </p:nvSpPr>
        <p:spPr>
          <a:xfrm>
            <a:off x="8782685" y="1816100"/>
            <a:ext cx="288000" cy="28800"/>
          </a:xfrm>
          <a:prstGeom prst="rect">
            <a:avLst/>
          </a:prstGeom>
          <a:solidFill>
            <a:srgbClr val="FF8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矩形 39"/>
          <p:cNvSpPr/>
          <p:nvPr/>
        </p:nvSpPr>
        <p:spPr>
          <a:xfrm>
            <a:off x="10263505" y="1816100"/>
            <a:ext cx="288000" cy="28800"/>
          </a:xfrm>
          <a:prstGeom prst="rect">
            <a:avLst/>
          </a:prstGeom>
          <a:solidFill>
            <a:srgbClr val="FF8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5590" y="182245"/>
            <a:ext cx="7586980" cy="521970"/>
          </a:xfrm>
          <a:prstGeom prst="rect">
            <a:avLst/>
          </a:prstGeom>
        </p:spPr>
        <p:txBody>
          <a:bodyPr wrap="square">
            <a:spAutoFit/>
          </a:bodyPr>
          <a:p>
            <a:pPr lvl="0" algn="l">
              <a:buClrTx/>
              <a:buSzTx/>
              <a:buFontTx/>
            </a:pPr>
            <a:r>
              <a:rPr lang="zh-CN" altLang="en-US" sz="2800" dirty="0">
                <a:solidFill>
                  <a:srgbClr val="0FAF9B"/>
                </a:solidFill>
                <a:latin typeface="思源黑体 CN Bold" panose="020B0800000000000000" charset="-122"/>
                <a:ea typeface="思源黑体 CN Bold" panose="020B0800000000000000" charset="-122"/>
                <a:sym typeface="+mn-ea"/>
              </a:rPr>
              <a:t>在这输入你的大标题</a:t>
            </a:r>
            <a:endParaRPr lang="zh-CN" altLang="en-US" sz="2800" dirty="0">
              <a:solidFill>
                <a:srgbClr val="0FAF9B"/>
              </a:solidFill>
              <a:latin typeface="思源黑体 CN Bold" panose="020B0800000000000000" charset="-122"/>
              <a:ea typeface="思源黑体 CN Bold" panose="020B0800000000000000" charset="-122"/>
              <a:sym typeface="+mn-ea"/>
            </a:endParaRPr>
          </a:p>
        </p:txBody>
      </p:sp>
      <p:sp>
        <p:nvSpPr>
          <p:cNvPr id="76" name="文本框 75"/>
          <p:cNvSpPr txBox="1"/>
          <p:nvPr/>
        </p:nvSpPr>
        <p:spPr>
          <a:xfrm>
            <a:off x="553085" y="967105"/>
            <a:ext cx="2214880" cy="398780"/>
          </a:xfrm>
          <a:prstGeom prst="rect">
            <a:avLst/>
          </a:prstGeom>
          <a:noFill/>
        </p:spPr>
        <p:txBody>
          <a:bodyPr wrap="none" rtlCol="0">
            <a:spAutoFit/>
          </a:bodyPr>
          <a:p>
            <a:pPr algn="l"/>
            <a:r>
              <a:rPr lang="zh-CN" altLang="en-US" sz="2000" dirty="0">
                <a:solidFill>
                  <a:srgbClr val="333333"/>
                </a:solidFill>
                <a:effectLst/>
                <a:latin typeface="思源黑体 CN Bold" panose="020B0800000000000000" charset="-122"/>
                <a:ea typeface="思源黑体 CN Bold" panose="020B0800000000000000" charset="-122"/>
                <a:cs typeface="思源黑体 CN Regular" panose="020B0500000000000000" charset="-122"/>
              </a:rPr>
              <a:t>在这输入你的标题</a:t>
            </a:r>
            <a:endParaRPr lang="zh-CN" altLang="en-US" sz="2000" dirty="0">
              <a:solidFill>
                <a:srgbClr val="333333"/>
              </a:solidFill>
              <a:effectLst/>
              <a:latin typeface="思源黑体 CN Bold" panose="020B0800000000000000" charset="-122"/>
              <a:ea typeface="思源黑体 CN Bold" panose="020B0800000000000000" charset="-122"/>
              <a:cs typeface="思源黑体 CN Regular" panose="020B0500000000000000" charset="-122"/>
            </a:endParaRPr>
          </a:p>
        </p:txBody>
      </p:sp>
      <p:sp>
        <p:nvSpPr>
          <p:cNvPr id="2" name="文本框 1"/>
          <p:cNvSpPr txBox="1"/>
          <p:nvPr/>
        </p:nvSpPr>
        <p:spPr>
          <a:xfrm>
            <a:off x="553085" y="1447165"/>
            <a:ext cx="4991735" cy="869950"/>
          </a:xfrm>
          <a:prstGeom prst="rect">
            <a:avLst/>
          </a:prstGeom>
          <a:noFill/>
        </p:spPr>
        <p:txBody>
          <a:bodyPr wrap="square">
            <a:spAutoFit/>
          </a:bodyPr>
          <a:p>
            <a:pPr>
              <a:lnSpc>
                <a:spcPct val="130000"/>
              </a:lnSpc>
            </a:pPr>
            <a:r>
              <a:rPr lang="zh-CN" sz="1300" dirty="0">
                <a:solidFill>
                  <a:srgbClr val="666666"/>
                </a:solidFill>
                <a:latin typeface="思源黑体 CN Regular" panose="020B0500000000000000" charset="-122"/>
                <a:ea typeface="思源黑体 CN Regular" panose="020B0500000000000000" charset="-122"/>
              </a:rPr>
              <a:t>请在这里输入你的介绍</a:t>
            </a:r>
            <a:r>
              <a:rPr lang="en-US" altLang="zh-CN" sz="1300" dirty="0">
                <a:solidFill>
                  <a:srgbClr val="666666"/>
                </a:solidFill>
                <a:latin typeface="思源黑体 CN Regular" panose="020B0500000000000000" charset="-122"/>
                <a:ea typeface="思源黑体 CN Regular" panose="020B0500000000000000" charset="-122"/>
              </a:rPr>
              <a:t>/</a:t>
            </a:r>
            <a:r>
              <a:rPr lang="zh-CN" sz="1300" dirty="0">
                <a:solidFill>
                  <a:srgbClr val="666666"/>
                </a:solidFill>
                <a:latin typeface="思源黑体 CN Regular" panose="020B0500000000000000" charset="-122"/>
                <a:ea typeface="思源黑体 CN Regular" panose="020B0500000000000000" charset="-122"/>
              </a:rPr>
              <a:t>描述内容，</a:t>
            </a:r>
            <a:r>
              <a:rPr lang="zh-CN" sz="1300" dirty="0">
                <a:solidFill>
                  <a:srgbClr val="666666"/>
                </a:solidFill>
                <a:latin typeface="思源黑体 CN Regular" panose="020B0500000000000000" charset="-122"/>
                <a:ea typeface="思源黑体 CN Regular" panose="020B0500000000000000" charset="-122"/>
                <a:sym typeface="+mn-ea"/>
              </a:rPr>
              <a:t>请在这里输入你的介绍</a:t>
            </a:r>
            <a:r>
              <a:rPr lang="en-US" altLang="zh-CN" sz="1300" dirty="0">
                <a:solidFill>
                  <a:srgbClr val="666666"/>
                </a:solidFill>
                <a:latin typeface="思源黑体 CN Regular" panose="020B0500000000000000" charset="-122"/>
                <a:ea typeface="思源黑体 CN Regular" panose="020B0500000000000000" charset="-122"/>
                <a:sym typeface="+mn-ea"/>
              </a:rPr>
              <a:t>/</a:t>
            </a:r>
            <a:r>
              <a:rPr lang="zh-CN" sz="1300" dirty="0">
                <a:solidFill>
                  <a:srgbClr val="666666"/>
                </a:solidFill>
                <a:latin typeface="思源黑体 CN Regular" panose="020B0500000000000000" charset="-122"/>
                <a:ea typeface="思源黑体 CN Regular" panose="020B0500000000000000" charset="-122"/>
                <a:sym typeface="+mn-ea"/>
              </a:rPr>
              <a:t>描述内容，请在这里输入你的介绍</a:t>
            </a:r>
            <a:r>
              <a:rPr lang="en-US" altLang="zh-CN" sz="1300" dirty="0">
                <a:solidFill>
                  <a:srgbClr val="666666"/>
                </a:solidFill>
                <a:latin typeface="思源黑体 CN Regular" panose="020B0500000000000000" charset="-122"/>
                <a:ea typeface="思源黑体 CN Regular" panose="020B0500000000000000" charset="-122"/>
                <a:sym typeface="+mn-ea"/>
              </a:rPr>
              <a:t>/</a:t>
            </a:r>
            <a:r>
              <a:rPr lang="zh-CN" sz="1300" dirty="0">
                <a:solidFill>
                  <a:srgbClr val="666666"/>
                </a:solidFill>
                <a:latin typeface="思源黑体 CN Regular" panose="020B0500000000000000" charset="-122"/>
                <a:ea typeface="思源黑体 CN Regular" panose="020B0500000000000000" charset="-122"/>
                <a:sym typeface="+mn-ea"/>
              </a:rPr>
              <a:t>描述内容，请在这里输入你的介绍</a:t>
            </a:r>
            <a:r>
              <a:rPr lang="en-US" altLang="zh-CN" sz="1300" dirty="0">
                <a:solidFill>
                  <a:srgbClr val="666666"/>
                </a:solidFill>
                <a:latin typeface="思源黑体 CN Regular" panose="020B0500000000000000" charset="-122"/>
                <a:ea typeface="思源黑体 CN Regular" panose="020B0500000000000000" charset="-122"/>
                <a:sym typeface="+mn-ea"/>
              </a:rPr>
              <a:t>/</a:t>
            </a:r>
            <a:r>
              <a:rPr lang="zh-CN" sz="1300" dirty="0">
                <a:solidFill>
                  <a:srgbClr val="666666"/>
                </a:solidFill>
                <a:latin typeface="思源黑体 CN Regular" panose="020B0500000000000000" charset="-122"/>
                <a:ea typeface="思源黑体 CN Regular" panose="020B0500000000000000" charset="-122"/>
                <a:sym typeface="+mn-ea"/>
              </a:rPr>
              <a:t>描述内容请在这里输入你的介绍</a:t>
            </a:r>
            <a:r>
              <a:rPr lang="en-US" altLang="zh-CN" sz="1300" dirty="0">
                <a:solidFill>
                  <a:srgbClr val="666666"/>
                </a:solidFill>
                <a:latin typeface="思源黑体 CN Regular" panose="020B0500000000000000" charset="-122"/>
                <a:ea typeface="思源黑体 CN Regular" panose="020B0500000000000000" charset="-122"/>
                <a:sym typeface="+mn-ea"/>
              </a:rPr>
              <a:t>/</a:t>
            </a:r>
            <a:r>
              <a:rPr lang="zh-CN" sz="1300" dirty="0">
                <a:solidFill>
                  <a:srgbClr val="666666"/>
                </a:solidFill>
                <a:latin typeface="思源黑体 CN Regular" panose="020B0500000000000000" charset="-122"/>
                <a:ea typeface="思源黑体 CN Regular" panose="020B0500000000000000" charset="-122"/>
                <a:sym typeface="+mn-ea"/>
              </a:rPr>
              <a:t>描述内容。</a:t>
            </a:r>
            <a:endParaRPr lang="zh-CN" sz="1300" dirty="0">
              <a:solidFill>
                <a:srgbClr val="666666"/>
              </a:solidFill>
              <a:latin typeface="思源黑体 CN Regular" panose="020B0500000000000000" charset="-122"/>
              <a:ea typeface="思源黑体 CN Regular" panose="020B0500000000000000" charset="-122"/>
            </a:endParaRPr>
          </a:p>
        </p:txBody>
      </p:sp>
      <p:sp>
        <p:nvSpPr>
          <p:cNvPr id="3" name="文本框 2"/>
          <p:cNvSpPr txBox="1"/>
          <p:nvPr/>
        </p:nvSpPr>
        <p:spPr>
          <a:xfrm>
            <a:off x="553085" y="3822700"/>
            <a:ext cx="3840480" cy="368300"/>
          </a:xfrm>
          <a:prstGeom prst="rect">
            <a:avLst/>
          </a:prstGeom>
          <a:noFill/>
        </p:spPr>
        <p:txBody>
          <a:bodyPr wrap="none" rtlCol="0">
            <a:spAutoFit/>
          </a:bodyPr>
          <a:p>
            <a:pPr algn="l"/>
            <a:r>
              <a:rPr lang="zh-CN" altLang="en-US" dirty="0">
                <a:solidFill>
                  <a:srgbClr val="333333"/>
                </a:solidFill>
                <a:effectLst/>
                <a:latin typeface="思源黑体 CN Bold" panose="020B0800000000000000" charset="-122"/>
                <a:ea typeface="思源黑体 CN Bold" panose="020B0800000000000000" charset="-122"/>
                <a:cs typeface="思源黑体 CN Regular" panose="020B0500000000000000" charset="-122"/>
                <a:sym typeface="+mn-ea"/>
              </a:rPr>
              <a:t>在这输入你的标题在这输入你的标题</a:t>
            </a:r>
            <a:endParaRPr lang="zh-CN" altLang="en-US" dirty="0">
              <a:solidFill>
                <a:srgbClr val="333333"/>
              </a:solidFill>
              <a:effectLst/>
              <a:latin typeface="思源黑体 CN Bold" panose="020B0800000000000000" charset="-122"/>
              <a:ea typeface="思源黑体 CN Bold" panose="020B0800000000000000" charset="-122"/>
              <a:cs typeface="思源黑体 CN Regular" panose="020B0500000000000000" charset="-122"/>
              <a:sym typeface="+mn-ea"/>
            </a:endParaRPr>
          </a:p>
        </p:txBody>
      </p:sp>
      <p:sp>
        <p:nvSpPr>
          <p:cNvPr id="4" name="文本框 3"/>
          <p:cNvSpPr txBox="1"/>
          <p:nvPr/>
        </p:nvSpPr>
        <p:spPr>
          <a:xfrm>
            <a:off x="553085" y="4248785"/>
            <a:ext cx="3049270" cy="1649095"/>
          </a:xfrm>
          <a:prstGeom prst="rect">
            <a:avLst/>
          </a:prstGeom>
          <a:noFill/>
        </p:spPr>
        <p:txBody>
          <a:bodyPr wrap="square">
            <a:spAutoFit/>
          </a:bodyPr>
          <a:p>
            <a:pPr>
              <a:lnSpc>
                <a:spcPct val="130000"/>
              </a:lnSpc>
            </a:pPr>
            <a:r>
              <a:rPr lang="zh-CN" sz="1300" dirty="0">
                <a:solidFill>
                  <a:srgbClr val="666666"/>
                </a:solidFill>
                <a:latin typeface="思源黑体 CN Regular" panose="020B0500000000000000" charset="-122"/>
                <a:ea typeface="思源黑体 CN Regular" panose="020B0500000000000000" charset="-122"/>
                <a:sym typeface="+mn-ea"/>
              </a:rPr>
              <a:t>请在这里输入你的介绍</a:t>
            </a:r>
            <a:r>
              <a:rPr lang="en-US" altLang="zh-CN" sz="1300" dirty="0">
                <a:solidFill>
                  <a:srgbClr val="666666"/>
                </a:solidFill>
                <a:latin typeface="思源黑体 CN Regular" panose="020B0500000000000000" charset="-122"/>
                <a:ea typeface="思源黑体 CN Regular" panose="020B0500000000000000" charset="-122"/>
                <a:sym typeface="+mn-ea"/>
              </a:rPr>
              <a:t>/</a:t>
            </a:r>
            <a:r>
              <a:rPr lang="zh-CN" sz="1300" dirty="0">
                <a:solidFill>
                  <a:srgbClr val="666666"/>
                </a:solidFill>
                <a:latin typeface="思源黑体 CN Regular" panose="020B0500000000000000" charset="-122"/>
                <a:ea typeface="思源黑体 CN Regular" panose="020B0500000000000000" charset="-122"/>
                <a:sym typeface="+mn-ea"/>
              </a:rPr>
              <a:t>描述内容，请在这里输入你的介绍</a:t>
            </a:r>
            <a:r>
              <a:rPr lang="en-US" altLang="zh-CN" sz="1300" dirty="0">
                <a:solidFill>
                  <a:srgbClr val="666666"/>
                </a:solidFill>
                <a:latin typeface="思源黑体 CN Regular" panose="020B0500000000000000" charset="-122"/>
                <a:ea typeface="思源黑体 CN Regular" panose="020B0500000000000000" charset="-122"/>
                <a:sym typeface="+mn-ea"/>
              </a:rPr>
              <a:t>/</a:t>
            </a:r>
            <a:r>
              <a:rPr lang="zh-CN" sz="1300" dirty="0">
                <a:solidFill>
                  <a:srgbClr val="666666"/>
                </a:solidFill>
                <a:latin typeface="思源黑体 CN Regular" panose="020B0500000000000000" charset="-122"/>
                <a:ea typeface="思源黑体 CN Regular" panose="020B0500000000000000" charset="-122"/>
                <a:sym typeface="+mn-ea"/>
              </a:rPr>
              <a:t>描述内容，请在这里输入你的介绍</a:t>
            </a:r>
            <a:r>
              <a:rPr lang="en-US" altLang="zh-CN" sz="1300" dirty="0">
                <a:solidFill>
                  <a:srgbClr val="666666"/>
                </a:solidFill>
                <a:latin typeface="思源黑体 CN Regular" panose="020B0500000000000000" charset="-122"/>
                <a:ea typeface="思源黑体 CN Regular" panose="020B0500000000000000" charset="-122"/>
                <a:sym typeface="+mn-ea"/>
              </a:rPr>
              <a:t>/</a:t>
            </a:r>
            <a:r>
              <a:rPr lang="zh-CN" sz="1300" dirty="0">
                <a:solidFill>
                  <a:srgbClr val="666666"/>
                </a:solidFill>
                <a:latin typeface="思源黑体 CN Regular" panose="020B0500000000000000" charset="-122"/>
                <a:ea typeface="思源黑体 CN Regular" panose="020B0500000000000000" charset="-122"/>
                <a:sym typeface="+mn-ea"/>
              </a:rPr>
              <a:t>描述</a:t>
            </a:r>
            <a:r>
              <a:rPr lang="en-US" altLang="zh-CN" sz="1300" dirty="0">
                <a:solidFill>
                  <a:srgbClr val="666666"/>
                </a:solidFill>
                <a:latin typeface="思源黑体 CN Regular" panose="020B0500000000000000" charset="-122"/>
                <a:ea typeface="思源黑体 CN Regular" panose="020B0500000000000000" charset="-122"/>
                <a:sym typeface="+mn-ea"/>
              </a:rPr>
              <a:t>VV</a:t>
            </a:r>
            <a:r>
              <a:rPr lang="zh-CN" sz="1300" dirty="0">
                <a:solidFill>
                  <a:srgbClr val="666666"/>
                </a:solidFill>
                <a:latin typeface="思源黑体 CN Regular" panose="020B0500000000000000" charset="-122"/>
                <a:ea typeface="思源黑体 CN Regular" panose="020B0500000000000000" charset="-122"/>
                <a:sym typeface="+mn-ea"/>
              </a:rPr>
              <a:t>内容，请在这里输入你的介绍</a:t>
            </a:r>
            <a:r>
              <a:rPr lang="en-US" altLang="zh-CN" sz="1300" dirty="0">
                <a:solidFill>
                  <a:srgbClr val="666666"/>
                </a:solidFill>
                <a:latin typeface="思源黑体 CN Regular" panose="020B0500000000000000" charset="-122"/>
                <a:ea typeface="思源黑体 CN Regular" panose="020B0500000000000000" charset="-122"/>
                <a:sym typeface="+mn-ea"/>
              </a:rPr>
              <a:t>/</a:t>
            </a:r>
            <a:r>
              <a:rPr lang="zh-CN" sz="1300" dirty="0">
                <a:solidFill>
                  <a:srgbClr val="666666"/>
                </a:solidFill>
                <a:latin typeface="思源黑体 CN Regular" panose="020B0500000000000000" charset="-122"/>
                <a:ea typeface="思源黑体 CN Regular" panose="020B0500000000000000" charset="-122"/>
                <a:sym typeface="+mn-ea"/>
              </a:rPr>
              <a:t>描述内容请在这里输入你的介绍</a:t>
            </a:r>
            <a:r>
              <a:rPr lang="en-US" altLang="zh-CN" sz="1300" dirty="0">
                <a:solidFill>
                  <a:srgbClr val="666666"/>
                </a:solidFill>
                <a:latin typeface="思源黑体 CN Regular" panose="020B0500000000000000" charset="-122"/>
                <a:ea typeface="思源黑体 CN Regular" panose="020B0500000000000000" charset="-122"/>
                <a:sym typeface="+mn-ea"/>
              </a:rPr>
              <a:t>/</a:t>
            </a:r>
            <a:r>
              <a:rPr lang="zh-CN" sz="1300" dirty="0">
                <a:solidFill>
                  <a:srgbClr val="666666"/>
                </a:solidFill>
                <a:latin typeface="思源黑体 CN Regular" panose="020B0500000000000000" charset="-122"/>
                <a:ea typeface="思源黑体 CN Regular" panose="020B0500000000000000" charset="-122"/>
                <a:sym typeface="+mn-ea"/>
              </a:rPr>
              <a:t>描述内容，请在这里输入你的介绍</a:t>
            </a:r>
            <a:r>
              <a:rPr lang="en-US" altLang="zh-CN" sz="1300" dirty="0">
                <a:solidFill>
                  <a:srgbClr val="666666"/>
                </a:solidFill>
                <a:latin typeface="思源黑体 CN Regular" panose="020B0500000000000000" charset="-122"/>
                <a:ea typeface="思源黑体 CN Regular" panose="020B0500000000000000" charset="-122"/>
                <a:sym typeface="+mn-ea"/>
              </a:rPr>
              <a:t>/</a:t>
            </a:r>
            <a:r>
              <a:rPr lang="zh-CN" sz="1300" dirty="0">
                <a:solidFill>
                  <a:srgbClr val="666666"/>
                </a:solidFill>
                <a:latin typeface="思源黑体 CN Regular" panose="020B0500000000000000" charset="-122"/>
                <a:ea typeface="思源黑体 CN Regular" panose="020B0500000000000000" charset="-122"/>
                <a:sym typeface="+mn-ea"/>
              </a:rPr>
              <a:t>描述内容。</a:t>
            </a:r>
            <a:endParaRPr sz="1300" dirty="0">
              <a:solidFill>
                <a:srgbClr val="666666"/>
              </a:solidFill>
              <a:latin typeface="思源黑体 CN Regular" panose="020B0500000000000000" charset="-122"/>
              <a:ea typeface="思源黑体 CN Regular" panose="020B0500000000000000" charset="-122"/>
            </a:endParaRPr>
          </a:p>
        </p:txBody>
      </p:sp>
      <p:sp>
        <p:nvSpPr>
          <p:cNvPr id="11" name="文本框 10"/>
          <p:cNvSpPr txBox="1"/>
          <p:nvPr/>
        </p:nvSpPr>
        <p:spPr>
          <a:xfrm>
            <a:off x="5929630" y="982345"/>
            <a:ext cx="3840480" cy="368300"/>
          </a:xfrm>
          <a:prstGeom prst="rect">
            <a:avLst/>
          </a:prstGeom>
          <a:noFill/>
        </p:spPr>
        <p:txBody>
          <a:bodyPr wrap="none" rtlCol="0">
            <a:spAutoFit/>
          </a:bodyPr>
          <a:p>
            <a:pPr algn="l"/>
            <a:r>
              <a:rPr lang="zh-CN" altLang="en-US" dirty="0">
                <a:solidFill>
                  <a:srgbClr val="333333"/>
                </a:solidFill>
                <a:effectLst/>
                <a:latin typeface="思源黑体 CN Bold" panose="020B0800000000000000" charset="-122"/>
                <a:ea typeface="思源黑体 CN Bold" panose="020B0800000000000000" charset="-122"/>
                <a:cs typeface="思源黑体 CN Regular" panose="020B0500000000000000" charset="-122"/>
                <a:sym typeface="+mn-ea"/>
              </a:rPr>
              <a:t>在这输入你的标题在这输入你的标题</a:t>
            </a:r>
            <a:endParaRPr lang="zh-CN" altLang="en-US" dirty="0">
              <a:solidFill>
                <a:srgbClr val="333333"/>
              </a:solidFill>
              <a:effectLst/>
              <a:latin typeface="思源黑体 CN Bold" panose="020B0800000000000000" charset="-122"/>
              <a:ea typeface="思源黑体 CN Bold" panose="020B0800000000000000" charset="-122"/>
              <a:cs typeface="思源黑体 CN Regular" panose="020B0500000000000000" charset="-122"/>
              <a:sym typeface="+mn-ea"/>
            </a:endParaRPr>
          </a:p>
        </p:txBody>
      </p:sp>
      <p:sp>
        <p:nvSpPr>
          <p:cNvPr id="12" name="文本框 11"/>
          <p:cNvSpPr txBox="1"/>
          <p:nvPr/>
        </p:nvSpPr>
        <p:spPr>
          <a:xfrm>
            <a:off x="5929630" y="1447165"/>
            <a:ext cx="5789295" cy="869950"/>
          </a:xfrm>
          <a:prstGeom prst="rect">
            <a:avLst/>
          </a:prstGeom>
          <a:noFill/>
        </p:spPr>
        <p:txBody>
          <a:bodyPr wrap="square">
            <a:spAutoFit/>
          </a:bodyPr>
          <a:p>
            <a:pPr>
              <a:lnSpc>
                <a:spcPct val="130000"/>
              </a:lnSpc>
            </a:pPr>
            <a:r>
              <a:rPr lang="zh-CN" sz="1300" dirty="0">
                <a:solidFill>
                  <a:srgbClr val="666666"/>
                </a:solidFill>
                <a:latin typeface="思源黑体 CN Regular" panose="020B0500000000000000" charset="-122"/>
                <a:ea typeface="思源黑体 CN Regular" panose="020B0500000000000000" charset="-122"/>
                <a:sym typeface="+mn-ea"/>
              </a:rPr>
              <a:t>请在这里输入你的介绍</a:t>
            </a:r>
            <a:r>
              <a:rPr lang="en-US" altLang="zh-CN" sz="1300" dirty="0">
                <a:solidFill>
                  <a:srgbClr val="666666"/>
                </a:solidFill>
                <a:latin typeface="思源黑体 CN Regular" panose="020B0500000000000000" charset="-122"/>
                <a:ea typeface="思源黑体 CN Regular" panose="020B0500000000000000" charset="-122"/>
                <a:sym typeface="+mn-ea"/>
              </a:rPr>
              <a:t>/</a:t>
            </a:r>
            <a:r>
              <a:rPr lang="zh-CN" sz="1300" dirty="0">
                <a:solidFill>
                  <a:srgbClr val="666666"/>
                </a:solidFill>
                <a:latin typeface="思源黑体 CN Regular" panose="020B0500000000000000" charset="-122"/>
                <a:ea typeface="思源黑体 CN Regular" panose="020B0500000000000000" charset="-122"/>
                <a:sym typeface="+mn-ea"/>
              </a:rPr>
              <a:t>描述内容，请在这里输入你的介绍</a:t>
            </a:r>
            <a:r>
              <a:rPr lang="en-US" altLang="zh-CN" sz="1300" dirty="0">
                <a:solidFill>
                  <a:srgbClr val="666666"/>
                </a:solidFill>
                <a:latin typeface="思源黑体 CN Regular" panose="020B0500000000000000" charset="-122"/>
                <a:ea typeface="思源黑体 CN Regular" panose="020B0500000000000000" charset="-122"/>
                <a:sym typeface="+mn-ea"/>
              </a:rPr>
              <a:t>/</a:t>
            </a:r>
            <a:r>
              <a:rPr lang="zh-CN" sz="1300" dirty="0">
                <a:solidFill>
                  <a:srgbClr val="666666"/>
                </a:solidFill>
                <a:latin typeface="思源黑体 CN Regular" panose="020B0500000000000000" charset="-122"/>
                <a:ea typeface="思源黑体 CN Regular" panose="020B0500000000000000" charset="-122"/>
                <a:sym typeface="+mn-ea"/>
              </a:rPr>
              <a:t>描述内容，请在这里输入你的介绍</a:t>
            </a:r>
            <a:r>
              <a:rPr lang="en-US" altLang="zh-CN" sz="1300" dirty="0">
                <a:solidFill>
                  <a:srgbClr val="666666"/>
                </a:solidFill>
                <a:latin typeface="思源黑体 CN Regular" panose="020B0500000000000000" charset="-122"/>
                <a:ea typeface="思源黑体 CN Regular" panose="020B0500000000000000" charset="-122"/>
                <a:sym typeface="+mn-ea"/>
              </a:rPr>
              <a:t>/</a:t>
            </a:r>
            <a:r>
              <a:rPr lang="zh-CN" sz="1300" dirty="0">
                <a:solidFill>
                  <a:srgbClr val="666666"/>
                </a:solidFill>
                <a:latin typeface="思源黑体 CN Regular" panose="020B0500000000000000" charset="-122"/>
                <a:ea typeface="思源黑体 CN Regular" panose="020B0500000000000000" charset="-122"/>
                <a:sym typeface="+mn-ea"/>
              </a:rPr>
              <a:t>描述内容，请在这里输入你的介绍</a:t>
            </a:r>
            <a:r>
              <a:rPr lang="en-US" altLang="zh-CN" sz="1300" dirty="0">
                <a:solidFill>
                  <a:srgbClr val="666666"/>
                </a:solidFill>
                <a:latin typeface="思源黑体 CN Regular" panose="020B0500000000000000" charset="-122"/>
                <a:ea typeface="思源黑体 CN Regular" panose="020B0500000000000000" charset="-122"/>
                <a:sym typeface="+mn-ea"/>
              </a:rPr>
              <a:t>/</a:t>
            </a:r>
            <a:r>
              <a:rPr lang="zh-CN" sz="1300" dirty="0">
                <a:solidFill>
                  <a:srgbClr val="666666"/>
                </a:solidFill>
                <a:latin typeface="思源黑体 CN Regular" panose="020B0500000000000000" charset="-122"/>
                <a:ea typeface="思源黑体 CN Regular" panose="020B0500000000000000" charset="-122"/>
                <a:sym typeface="+mn-ea"/>
              </a:rPr>
              <a:t>描述内容请在这里输入你的介绍</a:t>
            </a:r>
            <a:r>
              <a:rPr lang="en-US" altLang="zh-CN" sz="1300" dirty="0">
                <a:solidFill>
                  <a:srgbClr val="666666"/>
                </a:solidFill>
                <a:latin typeface="思源黑体 CN Regular" panose="020B0500000000000000" charset="-122"/>
                <a:ea typeface="思源黑体 CN Regular" panose="020B0500000000000000" charset="-122"/>
                <a:sym typeface="+mn-ea"/>
              </a:rPr>
              <a:t>/</a:t>
            </a:r>
            <a:r>
              <a:rPr lang="zh-CN" sz="1300" dirty="0">
                <a:solidFill>
                  <a:srgbClr val="666666"/>
                </a:solidFill>
                <a:latin typeface="思源黑体 CN Regular" panose="020B0500000000000000" charset="-122"/>
                <a:ea typeface="思源黑体 CN Regular" panose="020B0500000000000000" charset="-122"/>
                <a:sym typeface="+mn-ea"/>
              </a:rPr>
              <a:t>描述内容，请在这里输入你的介绍</a:t>
            </a:r>
            <a:r>
              <a:rPr lang="en-US" altLang="zh-CN" sz="1300" dirty="0">
                <a:solidFill>
                  <a:srgbClr val="666666"/>
                </a:solidFill>
                <a:latin typeface="思源黑体 CN Regular" panose="020B0500000000000000" charset="-122"/>
                <a:ea typeface="思源黑体 CN Regular" panose="020B0500000000000000" charset="-122"/>
                <a:sym typeface="+mn-ea"/>
              </a:rPr>
              <a:t>/</a:t>
            </a:r>
            <a:r>
              <a:rPr lang="zh-CN" sz="1300" dirty="0">
                <a:solidFill>
                  <a:srgbClr val="666666"/>
                </a:solidFill>
                <a:latin typeface="思源黑体 CN Regular" panose="020B0500000000000000" charset="-122"/>
                <a:ea typeface="思源黑体 CN Regular" panose="020B0500000000000000" charset="-122"/>
                <a:sym typeface="+mn-ea"/>
              </a:rPr>
              <a:t>描述内容。</a:t>
            </a:r>
            <a:endParaRPr sz="1300" dirty="0">
              <a:solidFill>
                <a:srgbClr val="666666"/>
              </a:solidFill>
              <a:latin typeface="思源黑体 CN Regular" panose="020B0500000000000000" charset="-122"/>
              <a:ea typeface="思源黑体 CN Regular" panose="020B0500000000000000" charset="-122"/>
            </a:endParaRPr>
          </a:p>
        </p:txBody>
      </p:sp>
      <p:sp>
        <p:nvSpPr>
          <p:cNvPr id="17" name="矩形 16"/>
          <p:cNvSpPr/>
          <p:nvPr/>
        </p:nvSpPr>
        <p:spPr>
          <a:xfrm>
            <a:off x="670560" y="2339340"/>
            <a:ext cx="1769110" cy="11957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矩形 17"/>
          <p:cNvSpPr/>
          <p:nvPr/>
        </p:nvSpPr>
        <p:spPr>
          <a:xfrm>
            <a:off x="2614930" y="2339340"/>
            <a:ext cx="2707005" cy="119570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矩形 18"/>
          <p:cNvSpPr/>
          <p:nvPr/>
        </p:nvSpPr>
        <p:spPr>
          <a:xfrm>
            <a:off x="3775710" y="4387850"/>
            <a:ext cx="1566545" cy="187515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矩形 19"/>
          <p:cNvSpPr/>
          <p:nvPr/>
        </p:nvSpPr>
        <p:spPr>
          <a:xfrm>
            <a:off x="6036310" y="2392045"/>
            <a:ext cx="5648960" cy="220472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42" name="组合 41"/>
          <p:cNvGrpSpPr/>
          <p:nvPr/>
        </p:nvGrpSpPr>
        <p:grpSpPr>
          <a:xfrm>
            <a:off x="6036310" y="4711065"/>
            <a:ext cx="5648325" cy="1551940"/>
            <a:chOff x="9506" y="5602"/>
            <a:chExt cx="8895" cy="2444"/>
          </a:xfrm>
        </p:grpSpPr>
        <p:sp>
          <p:nvSpPr>
            <p:cNvPr id="22" name="矩形 21"/>
            <p:cNvSpPr/>
            <p:nvPr/>
          </p:nvSpPr>
          <p:spPr>
            <a:xfrm>
              <a:off x="9506" y="5602"/>
              <a:ext cx="4347" cy="244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矩形 39"/>
            <p:cNvSpPr/>
            <p:nvPr/>
          </p:nvSpPr>
          <p:spPr>
            <a:xfrm>
              <a:off x="14055" y="5602"/>
              <a:ext cx="4347" cy="244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49" name="矩形 48"/>
          <p:cNvSpPr/>
          <p:nvPr/>
        </p:nvSpPr>
        <p:spPr>
          <a:xfrm>
            <a:off x="657860" y="1343660"/>
            <a:ext cx="288000" cy="28800"/>
          </a:xfrm>
          <a:prstGeom prst="rect">
            <a:avLst/>
          </a:prstGeom>
          <a:solidFill>
            <a:srgbClr val="FF8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1" name="矩形 50"/>
          <p:cNvSpPr/>
          <p:nvPr/>
        </p:nvSpPr>
        <p:spPr>
          <a:xfrm>
            <a:off x="657860" y="4182745"/>
            <a:ext cx="288000" cy="28800"/>
          </a:xfrm>
          <a:prstGeom prst="rect">
            <a:avLst/>
          </a:prstGeom>
          <a:solidFill>
            <a:srgbClr val="FF8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 name="矩形 51"/>
          <p:cNvSpPr/>
          <p:nvPr/>
        </p:nvSpPr>
        <p:spPr>
          <a:xfrm>
            <a:off x="6038850" y="1343660"/>
            <a:ext cx="288000" cy="28800"/>
          </a:xfrm>
          <a:prstGeom prst="rect">
            <a:avLst/>
          </a:prstGeom>
          <a:solidFill>
            <a:srgbClr val="FF84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5590" y="182245"/>
            <a:ext cx="7586980" cy="521970"/>
          </a:xfrm>
          <a:prstGeom prst="rect">
            <a:avLst/>
          </a:prstGeom>
        </p:spPr>
        <p:txBody>
          <a:bodyPr wrap="square">
            <a:spAutoFit/>
          </a:bodyPr>
          <a:p>
            <a:pPr lvl="0" algn="l">
              <a:buClrTx/>
              <a:buSzTx/>
              <a:buFontTx/>
            </a:pPr>
            <a:r>
              <a:rPr lang="zh-CN" altLang="en-US" sz="2800" dirty="0">
                <a:solidFill>
                  <a:srgbClr val="0FAF9B"/>
                </a:solidFill>
                <a:latin typeface="思源黑体 CN Bold" panose="020B0800000000000000" charset="-122"/>
                <a:ea typeface="思源黑体 CN Bold" panose="020B0800000000000000" charset="-122"/>
                <a:sym typeface="+mn-ea"/>
              </a:rPr>
              <a:t>在这输入你的大标题</a:t>
            </a:r>
            <a:endParaRPr lang="zh-CN" altLang="en-US" sz="2800" dirty="0">
              <a:solidFill>
                <a:srgbClr val="0FAF9B"/>
              </a:solidFill>
              <a:latin typeface="思源黑体 CN Bold" panose="020B0800000000000000" charset="-122"/>
              <a:ea typeface="思源黑体 CN Bold" panose="020B0800000000000000" charset="-122"/>
              <a:sym typeface="+mn-ea"/>
            </a:endParaRPr>
          </a:p>
        </p:txBody>
      </p:sp>
      <p:sp>
        <p:nvSpPr>
          <p:cNvPr id="16" name="弧形 270"/>
          <p:cNvSpPr/>
          <p:nvPr>
            <p:custDataLst>
              <p:tags r:id="rId1"/>
            </p:custDataLst>
          </p:nvPr>
        </p:nvSpPr>
        <p:spPr>
          <a:xfrm rot="10800000">
            <a:off x="3196590" y="2221230"/>
            <a:ext cx="5343525" cy="5343525"/>
          </a:xfrm>
          <a:prstGeom prst="arc">
            <a:avLst>
              <a:gd name="adj1" fmla="val 16523059"/>
              <a:gd name="adj2" fmla="val 16325509"/>
            </a:avLst>
          </a:prstGeom>
          <a:ln w="12700">
            <a:gradFill>
              <a:gsLst>
                <a:gs pos="14000">
                  <a:schemeClr val="bg2">
                    <a:alpha val="0"/>
                  </a:schemeClr>
                </a:gs>
                <a:gs pos="100000">
                  <a:schemeClr val="bg2"/>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HarmonyOS Sans SC" panose="00000500000000000000" charset="-122"/>
              <a:ea typeface="HarmonyOS Sans SC" panose="00000500000000000000" charset="-122"/>
              <a:cs typeface="+mn-cs"/>
            </a:endParaRPr>
          </a:p>
        </p:txBody>
      </p:sp>
      <p:sp>
        <p:nvSpPr>
          <p:cNvPr id="25" name="文本框 24"/>
          <p:cNvSpPr txBox="1"/>
          <p:nvPr>
            <p:custDataLst>
              <p:tags r:id="rId2"/>
            </p:custDataLst>
          </p:nvPr>
        </p:nvSpPr>
        <p:spPr>
          <a:xfrm rot="10800000" flipV="1">
            <a:off x="9121140" y="4874895"/>
            <a:ext cx="2594610" cy="321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500" noProof="0" dirty="0">
                <a:ln>
                  <a:noFill/>
                </a:ln>
                <a:solidFill>
                  <a:srgbClr val="666666"/>
                </a:solidFill>
                <a:effectLst/>
                <a:uLnTx/>
                <a:uFillTx/>
                <a:latin typeface="思源黑体 CN Regular" panose="020B0500000000000000" charset="-122"/>
                <a:ea typeface="思源黑体 CN Regular" panose="020B0500000000000000" charset="-122"/>
                <a:sym typeface="+mn-ea"/>
              </a:rPr>
              <a:t>内容内容内容内容</a:t>
            </a:r>
            <a:endParaRPr kumimoji="0" lang="zh-CN" altLang="en-US" sz="1500" b="0" i="0" u="none" strike="noStrike" kern="1200" cap="none" spc="0" normalizeH="0" baseline="0" noProof="0" dirty="0">
              <a:ln>
                <a:noFill/>
              </a:ln>
              <a:solidFill>
                <a:srgbClr val="666666"/>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66" name="文本框 65"/>
          <p:cNvSpPr txBox="1"/>
          <p:nvPr>
            <p:custDataLst>
              <p:tags r:id="rId3"/>
            </p:custDataLst>
          </p:nvPr>
        </p:nvSpPr>
        <p:spPr>
          <a:xfrm rot="10800000" flipV="1">
            <a:off x="9121140" y="4529455"/>
            <a:ext cx="1369695" cy="398780"/>
          </a:xfrm>
          <a:prstGeom prst="rect">
            <a:avLst/>
          </a:prstGeom>
          <a:noFill/>
        </p:spPr>
        <p:txBody>
          <a:bodyPr wrap="square">
            <a:spAutoFit/>
          </a:bodyPr>
          <a:lstStyle>
            <a:defPPr>
              <a:defRPr lang="zh-CN"/>
            </a:defPPr>
            <a:lvl1pPr marR="0" lvl="0" algn="r" fontAlgn="auto">
              <a:lnSpc>
                <a:spcPct val="100000"/>
              </a:lnSpc>
              <a:spcBef>
                <a:spcPts val="0"/>
              </a:spcBef>
              <a:spcAft>
                <a:spcPts val="0"/>
              </a:spcAft>
              <a:buClrTx/>
              <a:buSzTx/>
              <a:defRPr kumimoji="0" b="0" i="0" u="none" strike="noStrike" cap="none" spc="0" normalizeH="0" baseline="0">
                <a:ln>
                  <a:noFill/>
                </a:ln>
                <a:gradFill>
                  <a:gsLst>
                    <a:gs pos="9000">
                      <a:srgbClr val="DB1E1E">
                        <a:lumMod val="70000"/>
                        <a:lumOff val="30000"/>
                      </a:srgbClr>
                    </a:gs>
                    <a:gs pos="100000">
                      <a:srgbClr val="DB1E1E"/>
                    </a:gs>
                  </a:gsLst>
                  <a:lin ang="5400000" scaled="1"/>
                </a:gradFill>
                <a:effectLst/>
                <a:uLnTx/>
                <a:uFillTx/>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noProof="0" dirty="0">
                <a:solidFill>
                  <a:srgbClr val="333333"/>
                </a:solidFill>
                <a:latin typeface="思源黑体 CN Bold" panose="020B0800000000000000" charset="-122"/>
                <a:ea typeface="思源黑体 CN Bold" panose="020B0800000000000000" charset="-122"/>
                <a:sym typeface="+mn-ea"/>
              </a:rPr>
              <a:t>你的优势</a:t>
            </a:r>
            <a:endParaRPr kumimoji="0" lang="zh-CN" altLang="en-US" sz="2000" i="0" u="none" strike="noStrike" kern="1200" cap="none" spc="0" normalizeH="0" baseline="0" noProof="0" dirty="0">
              <a:ln>
                <a:noFill/>
              </a:ln>
              <a:solidFill>
                <a:srgbClr val="333333"/>
              </a:solidFill>
              <a:effectLst/>
              <a:uLnTx/>
              <a:uFillTx/>
              <a:latin typeface="思源黑体 CN Bold" panose="020B0800000000000000" charset="-122"/>
              <a:ea typeface="思源黑体 CN Bold" panose="020B0800000000000000" charset="-122"/>
              <a:cs typeface="+mn-cs"/>
              <a:sym typeface="+mn-ea"/>
            </a:endParaRPr>
          </a:p>
        </p:txBody>
      </p:sp>
      <p:sp>
        <p:nvSpPr>
          <p:cNvPr id="67" name="文本框 66"/>
          <p:cNvSpPr txBox="1"/>
          <p:nvPr>
            <p:custDataLst>
              <p:tags r:id="rId4"/>
            </p:custDataLst>
          </p:nvPr>
        </p:nvSpPr>
        <p:spPr>
          <a:xfrm rot="10800000" flipV="1">
            <a:off x="8768715" y="3653790"/>
            <a:ext cx="2207895" cy="321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500" noProof="0" dirty="0">
                <a:ln>
                  <a:noFill/>
                </a:ln>
                <a:solidFill>
                  <a:srgbClr val="666666"/>
                </a:solidFill>
                <a:effectLst/>
                <a:uLnTx/>
                <a:uFillTx/>
                <a:latin typeface="思源黑体 CN Regular" panose="020B0500000000000000" charset="-122"/>
                <a:ea typeface="思源黑体 CN Regular" panose="020B0500000000000000" charset="-122"/>
                <a:sym typeface="+mn-ea"/>
              </a:rPr>
              <a:t>内容内容内容内容</a:t>
            </a:r>
            <a:endParaRPr kumimoji="0" lang="zh-CN" altLang="en-US" sz="1500" b="0" i="0" u="none" strike="noStrike" kern="1200" cap="none" spc="0" normalizeH="0" baseline="0" noProof="0" dirty="0">
              <a:ln>
                <a:noFill/>
              </a:ln>
              <a:solidFill>
                <a:srgbClr val="666666"/>
              </a:solidFill>
              <a:effectLst/>
              <a:uLnTx/>
              <a:uFillTx/>
              <a:latin typeface="思源黑体 CN Regular" panose="020B0500000000000000" charset="-122"/>
              <a:ea typeface="思源黑体 CN Regular" panose="020B0500000000000000" charset="-122"/>
              <a:cs typeface="+mn-cs"/>
            </a:endParaRPr>
          </a:p>
        </p:txBody>
      </p:sp>
      <p:sp>
        <p:nvSpPr>
          <p:cNvPr id="68" name="文本框 67"/>
          <p:cNvSpPr txBox="1"/>
          <p:nvPr>
            <p:custDataLst>
              <p:tags r:id="rId5"/>
            </p:custDataLst>
          </p:nvPr>
        </p:nvSpPr>
        <p:spPr>
          <a:xfrm rot="10800000" flipV="1">
            <a:off x="8768715" y="3333115"/>
            <a:ext cx="1443355" cy="3987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noProof="0" dirty="0">
                <a:solidFill>
                  <a:srgbClr val="333333"/>
                </a:solidFill>
                <a:latin typeface="思源黑体 CN Bold" panose="020B0800000000000000" charset="-122"/>
                <a:ea typeface="思源黑体 CN Bold" panose="020B0800000000000000" charset="-122"/>
                <a:sym typeface="+mn-ea"/>
              </a:rPr>
              <a:t>你的优势</a:t>
            </a:r>
            <a:endParaRPr kumimoji="0" lang="zh-CN" altLang="en-US" sz="2000" i="0" u="none" strike="noStrike" kern="1200" cap="none" spc="0" normalizeH="0" baseline="0" noProof="0" dirty="0">
              <a:ln>
                <a:noFill/>
              </a:ln>
              <a:solidFill>
                <a:srgbClr val="333333"/>
              </a:solidFill>
              <a:effectLst/>
              <a:uLnTx/>
              <a:uFillTx/>
              <a:latin typeface="思源黑体 CN Bold" panose="020B0800000000000000" charset="-122"/>
              <a:ea typeface="思源黑体 CN Bold" panose="020B0800000000000000" charset="-122"/>
              <a:cs typeface="+mn-cs"/>
              <a:sym typeface="+mn-ea"/>
            </a:endParaRPr>
          </a:p>
        </p:txBody>
      </p:sp>
      <p:sp>
        <p:nvSpPr>
          <p:cNvPr id="89" name="文本框 88"/>
          <p:cNvSpPr txBox="1"/>
          <p:nvPr>
            <p:custDataLst>
              <p:tags r:id="rId6"/>
            </p:custDataLst>
          </p:nvPr>
        </p:nvSpPr>
        <p:spPr>
          <a:xfrm rot="10800000" flipV="1">
            <a:off x="7805420" y="2577465"/>
            <a:ext cx="2207895" cy="321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500" noProof="0" dirty="0">
                <a:ln>
                  <a:noFill/>
                </a:ln>
                <a:solidFill>
                  <a:srgbClr val="666666"/>
                </a:solidFill>
                <a:effectLst/>
                <a:uLnTx/>
                <a:uFillTx/>
                <a:latin typeface="思源黑体 CN Regular" panose="020B0500000000000000" charset="-122"/>
                <a:ea typeface="思源黑体 CN Regular" panose="020B0500000000000000" charset="-122"/>
                <a:sym typeface="+mn-ea"/>
              </a:rPr>
              <a:t>内容内容内容内容</a:t>
            </a:r>
            <a:endParaRPr kumimoji="0" lang="zh-CN" altLang="en-US" sz="1500" b="0" i="0" u="none" strike="noStrike" kern="1200" cap="none" spc="0" normalizeH="0" baseline="0" noProof="0" dirty="0">
              <a:ln>
                <a:noFill/>
              </a:ln>
              <a:solidFill>
                <a:srgbClr val="666666"/>
              </a:solidFill>
              <a:effectLst/>
              <a:uLnTx/>
              <a:uFillTx/>
              <a:latin typeface="思源黑体 CN Regular" panose="020B0500000000000000" charset="-122"/>
              <a:ea typeface="思源黑体 CN Regular" panose="020B0500000000000000" charset="-122"/>
              <a:cs typeface="+mn-cs"/>
            </a:endParaRPr>
          </a:p>
        </p:txBody>
      </p:sp>
      <p:sp>
        <p:nvSpPr>
          <p:cNvPr id="94" name="文本框 93"/>
          <p:cNvSpPr txBox="1"/>
          <p:nvPr>
            <p:custDataLst>
              <p:tags r:id="rId7"/>
            </p:custDataLst>
          </p:nvPr>
        </p:nvSpPr>
        <p:spPr>
          <a:xfrm rot="10800000" flipV="1">
            <a:off x="7806055" y="2206625"/>
            <a:ext cx="1398905" cy="398780"/>
          </a:xfrm>
          <a:prstGeom prst="rect">
            <a:avLst/>
          </a:prstGeom>
          <a:noFill/>
        </p:spPr>
        <p:txBody>
          <a:bodyPr wrap="square">
            <a:spAutoFit/>
          </a:bodyPr>
          <a:lstStyle>
            <a:defPPr>
              <a:defRPr lang="zh-CN"/>
            </a:defPPr>
            <a:lvl1pPr marR="0" lvl="0" algn="r" fontAlgn="auto">
              <a:lnSpc>
                <a:spcPct val="100000"/>
              </a:lnSpc>
              <a:spcBef>
                <a:spcPts val="0"/>
              </a:spcBef>
              <a:spcAft>
                <a:spcPts val="0"/>
              </a:spcAft>
              <a:buClrTx/>
              <a:buSzTx/>
              <a:defRPr kumimoji="0" b="0" i="0" u="none" strike="noStrike" cap="none" spc="0" normalizeH="0" baseline="0">
                <a:ln>
                  <a:noFill/>
                </a:ln>
                <a:gradFill>
                  <a:gsLst>
                    <a:gs pos="9000">
                      <a:srgbClr val="DB1E1E">
                        <a:lumMod val="70000"/>
                        <a:lumOff val="30000"/>
                      </a:srgbClr>
                    </a:gs>
                    <a:gs pos="100000">
                      <a:srgbClr val="DB1E1E"/>
                    </a:gs>
                  </a:gsLst>
                  <a:lin ang="5400000" scaled="1"/>
                </a:gradFill>
                <a:effectLst/>
                <a:uLnTx/>
                <a:uFillTx/>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noProof="0" dirty="0">
                <a:solidFill>
                  <a:srgbClr val="333333"/>
                </a:solidFill>
                <a:latin typeface="思源黑体 CN Bold" panose="020B0800000000000000" charset="-122"/>
                <a:ea typeface="思源黑体 CN Bold" panose="020B0800000000000000" charset="-122"/>
                <a:sym typeface="+mn-ea"/>
              </a:rPr>
              <a:t>你的优势</a:t>
            </a:r>
            <a:endParaRPr kumimoji="0" lang="zh-CN" altLang="en-US" sz="2000" i="0" u="none" strike="noStrike" kern="1200" cap="none" spc="0" normalizeH="0" baseline="0" noProof="0" dirty="0">
              <a:ln>
                <a:noFill/>
              </a:ln>
              <a:solidFill>
                <a:srgbClr val="333333"/>
              </a:solidFill>
              <a:effectLst/>
              <a:uLnTx/>
              <a:uFillTx/>
              <a:latin typeface="思源黑体 CN Bold" panose="020B0800000000000000" charset="-122"/>
              <a:ea typeface="思源黑体 CN Bold" panose="020B0800000000000000" charset="-122"/>
              <a:cs typeface="+mn-cs"/>
              <a:sym typeface="+mn-ea"/>
            </a:endParaRPr>
          </a:p>
        </p:txBody>
      </p:sp>
      <p:sp>
        <p:nvSpPr>
          <p:cNvPr id="95" name="文本框 94"/>
          <p:cNvSpPr txBox="1"/>
          <p:nvPr>
            <p:custDataLst>
              <p:tags r:id="rId8"/>
            </p:custDataLst>
          </p:nvPr>
        </p:nvSpPr>
        <p:spPr>
          <a:xfrm rot="10800000" flipV="1">
            <a:off x="3834765" y="1346200"/>
            <a:ext cx="4076700" cy="5530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00" b="0" i="0" u="none" strike="noStrike" kern="1200" cap="none" spc="0" normalizeH="0" baseline="0" noProof="0" dirty="0">
                <a:ln>
                  <a:noFill/>
                </a:ln>
                <a:solidFill>
                  <a:srgbClr val="666666"/>
                </a:solidFill>
                <a:effectLst/>
                <a:uLnTx/>
                <a:uFillTx/>
                <a:latin typeface="思源黑体 CN Regular" panose="020B0500000000000000" charset="-122"/>
                <a:ea typeface="思源黑体 CN Regular" panose="020B0500000000000000" charset="-122"/>
                <a:cs typeface="+mn-cs"/>
              </a:rPr>
              <a:t>内容</a:t>
            </a:r>
            <a:r>
              <a:rPr lang="zh-CN" altLang="en-US" sz="1500" noProof="0" dirty="0">
                <a:ln>
                  <a:noFill/>
                </a:ln>
                <a:solidFill>
                  <a:srgbClr val="666666"/>
                </a:solidFill>
                <a:effectLst/>
                <a:uLnTx/>
                <a:uFillTx/>
                <a:latin typeface="思源黑体 CN Regular" panose="020B0500000000000000" charset="-122"/>
                <a:ea typeface="思源黑体 CN Regular" panose="020B0500000000000000" charset="-122"/>
                <a:sym typeface="+mn-ea"/>
              </a:rPr>
              <a:t>内容内容内容内容内容内容</a:t>
            </a:r>
            <a:endParaRPr kumimoji="0" lang="zh-CN" altLang="en-US" sz="1500" b="0" i="0" u="none" strike="noStrike" kern="1200" cap="none" spc="0" normalizeH="0" baseline="0" noProof="0" dirty="0">
              <a:ln>
                <a:noFill/>
              </a:ln>
              <a:solidFill>
                <a:srgbClr val="666666"/>
              </a:solidFill>
              <a:effectLst/>
              <a:uLnTx/>
              <a:uFillTx/>
              <a:latin typeface="思源黑体 CN Regular" panose="020B0500000000000000" charset="-122"/>
              <a:ea typeface="思源黑体 CN Regular" panose="020B0500000000000000"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dirty="0">
              <a:ln>
                <a:noFill/>
              </a:ln>
              <a:solidFill>
                <a:srgbClr val="666666"/>
              </a:solidFill>
              <a:effectLst/>
              <a:uLnTx/>
              <a:uFillTx/>
              <a:latin typeface="思源黑体 CN Regular" panose="020B0500000000000000" charset="-122"/>
              <a:ea typeface="思源黑体 CN Regular" panose="020B0500000000000000" charset="-122"/>
              <a:cs typeface="+mn-cs"/>
            </a:endParaRPr>
          </a:p>
        </p:txBody>
      </p:sp>
      <p:sp>
        <p:nvSpPr>
          <p:cNvPr id="96" name="文本框 95"/>
          <p:cNvSpPr txBox="1"/>
          <p:nvPr>
            <p:custDataLst>
              <p:tags r:id="rId9"/>
            </p:custDataLst>
          </p:nvPr>
        </p:nvSpPr>
        <p:spPr>
          <a:xfrm rot="10800000" flipV="1">
            <a:off x="5168900" y="1000760"/>
            <a:ext cx="1408430" cy="398780"/>
          </a:xfrm>
          <a:prstGeom prst="rect">
            <a:avLst/>
          </a:prstGeom>
          <a:noFill/>
        </p:spPr>
        <p:txBody>
          <a:bodyPr wrap="square">
            <a:spAutoFit/>
          </a:bodyPr>
          <a:lstStyle>
            <a:defPPr>
              <a:defRPr lang="zh-CN"/>
            </a:defPPr>
            <a:lvl1pPr marR="0" lvl="0" algn="r" fontAlgn="auto">
              <a:lnSpc>
                <a:spcPct val="100000"/>
              </a:lnSpc>
              <a:spcBef>
                <a:spcPts val="0"/>
              </a:spcBef>
              <a:spcAft>
                <a:spcPts val="0"/>
              </a:spcAft>
              <a:buClrTx/>
              <a:buSzTx/>
              <a:defRPr kumimoji="0" b="0" i="0" u="none" strike="noStrike" cap="none" spc="0" normalizeH="0" baseline="0">
                <a:ln>
                  <a:noFill/>
                </a:ln>
                <a:gradFill>
                  <a:gsLst>
                    <a:gs pos="9000">
                      <a:srgbClr val="DB1E1E">
                        <a:lumMod val="70000"/>
                        <a:lumOff val="30000"/>
                      </a:srgbClr>
                    </a:gs>
                    <a:gs pos="100000">
                      <a:srgbClr val="DB1E1E"/>
                    </a:gs>
                  </a:gsLst>
                  <a:lin ang="5400000" scaled="1"/>
                </a:gradFill>
                <a:effectLst/>
                <a:uLnTx/>
                <a:uFillTx/>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rgbClr val="333333"/>
                </a:solidFill>
                <a:effectLst/>
                <a:uLnTx/>
                <a:uFillTx/>
                <a:latin typeface="思源黑体 CN Bold" panose="020B0800000000000000" charset="-122"/>
                <a:ea typeface="思源黑体 CN Bold" panose="020B0800000000000000" charset="-122"/>
                <a:cs typeface="+mn-cs"/>
              </a:rPr>
              <a:t>你的优势</a:t>
            </a:r>
            <a:endParaRPr kumimoji="0" lang="zh-CN" altLang="en-US" sz="2000" i="0" u="none" strike="noStrike" kern="1200" cap="none" spc="0" normalizeH="0" baseline="0" noProof="0" dirty="0">
              <a:ln>
                <a:noFill/>
              </a:ln>
              <a:solidFill>
                <a:srgbClr val="333333"/>
              </a:solidFill>
              <a:effectLst/>
              <a:uLnTx/>
              <a:uFillTx/>
              <a:latin typeface="思源黑体 CN Bold" panose="020B0800000000000000" charset="-122"/>
              <a:ea typeface="思源黑体 CN Bold" panose="020B0800000000000000" charset="-122"/>
              <a:cs typeface="+mn-cs"/>
            </a:endParaRPr>
          </a:p>
        </p:txBody>
      </p:sp>
      <p:sp>
        <p:nvSpPr>
          <p:cNvPr id="97" name="文本框 96"/>
          <p:cNvSpPr txBox="1"/>
          <p:nvPr>
            <p:custDataLst>
              <p:tags r:id="rId10"/>
            </p:custDataLst>
          </p:nvPr>
        </p:nvSpPr>
        <p:spPr>
          <a:xfrm rot="10800000" flipV="1">
            <a:off x="1927860" y="2576195"/>
            <a:ext cx="2012315" cy="32194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1500" noProof="0" dirty="0">
                <a:ln>
                  <a:noFill/>
                </a:ln>
                <a:solidFill>
                  <a:srgbClr val="666666"/>
                </a:solidFill>
                <a:effectLst/>
                <a:uLnTx/>
                <a:uFillTx/>
                <a:latin typeface="思源黑体 CN Regular" panose="020B0500000000000000" charset="-122"/>
                <a:ea typeface="思源黑体 CN Regular" panose="020B0500000000000000" charset="-122"/>
                <a:sym typeface="+mn-ea"/>
              </a:rPr>
              <a:t>内容内容内容内容</a:t>
            </a:r>
            <a:endParaRPr kumimoji="0" lang="zh-CN" altLang="en-US" sz="1500" b="0" i="0" u="none" strike="noStrike" kern="1200" cap="none" spc="0" normalizeH="0" baseline="0" noProof="0" dirty="0">
              <a:ln>
                <a:noFill/>
              </a:ln>
              <a:solidFill>
                <a:srgbClr val="666666"/>
              </a:solidFill>
              <a:effectLst/>
              <a:uLnTx/>
              <a:uFillTx/>
              <a:latin typeface="思源黑体 CN Regular" panose="020B0500000000000000" charset="-122"/>
              <a:ea typeface="思源黑体 CN Regular" panose="020B0500000000000000" charset="-122"/>
              <a:cs typeface="+mn-cs"/>
            </a:endParaRPr>
          </a:p>
        </p:txBody>
      </p:sp>
      <p:sp>
        <p:nvSpPr>
          <p:cNvPr id="98" name="文本框 97"/>
          <p:cNvSpPr txBox="1"/>
          <p:nvPr>
            <p:custDataLst>
              <p:tags r:id="rId11"/>
            </p:custDataLst>
          </p:nvPr>
        </p:nvSpPr>
        <p:spPr>
          <a:xfrm rot="10800000" flipV="1">
            <a:off x="2588895" y="2206625"/>
            <a:ext cx="1351280" cy="398780"/>
          </a:xfrm>
          <a:prstGeom prst="rect">
            <a:avLst/>
          </a:prstGeom>
          <a:noFill/>
        </p:spPr>
        <p:txBody>
          <a:bodyPr wrap="square">
            <a:spAutoFit/>
          </a:bodyPr>
          <a:lstStyle>
            <a:defPPr>
              <a:defRPr lang="zh-CN"/>
            </a:defPPr>
            <a:lvl1pPr marR="0" lvl="0" algn="r" fontAlgn="auto">
              <a:lnSpc>
                <a:spcPct val="100000"/>
              </a:lnSpc>
              <a:spcBef>
                <a:spcPts val="0"/>
              </a:spcBef>
              <a:spcAft>
                <a:spcPts val="0"/>
              </a:spcAft>
              <a:buClrTx/>
              <a:buSzTx/>
              <a:defRPr kumimoji="0" b="0" i="0" u="none" strike="noStrike" cap="none" spc="0" normalizeH="0" baseline="0">
                <a:ln>
                  <a:noFill/>
                </a:ln>
                <a:gradFill>
                  <a:gsLst>
                    <a:gs pos="9000">
                      <a:srgbClr val="DB1E1E">
                        <a:lumMod val="70000"/>
                        <a:lumOff val="30000"/>
                      </a:srgbClr>
                    </a:gs>
                    <a:gs pos="100000">
                      <a:srgbClr val="DB1E1E"/>
                    </a:gs>
                  </a:gsLst>
                  <a:lin ang="5400000" scaled="1"/>
                </a:gradFill>
                <a:effectLst/>
                <a:uLnTx/>
                <a:uFillTx/>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2000" noProof="0" dirty="0">
                <a:solidFill>
                  <a:srgbClr val="333333"/>
                </a:solidFill>
                <a:latin typeface="思源黑体 CN Bold" panose="020B0800000000000000" charset="-122"/>
                <a:ea typeface="思源黑体 CN Bold" panose="020B0800000000000000" charset="-122"/>
                <a:sym typeface="+mn-ea"/>
              </a:rPr>
              <a:t>你的优势</a:t>
            </a:r>
            <a:endParaRPr kumimoji="0" lang="zh-CN" altLang="en-US" sz="2000" i="0" u="none" strike="noStrike" kern="1200" cap="none" spc="0" normalizeH="0" baseline="0" noProof="0" dirty="0">
              <a:ln>
                <a:noFill/>
              </a:ln>
              <a:solidFill>
                <a:srgbClr val="333333"/>
              </a:solidFill>
              <a:effectLst/>
              <a:uLnTx/>
              <a:uFillTx/>
              <a:latin typeface="思源黑体 CN Bold" panose="020B0800000000000000" charset="-122"/>
              <a:ea typeface="思源黑体 CN Bold" panose="020B0800000000000000" charset="-122"/>
              <a:cs typeface="+mn-cs"/>
              <a:sym typeface="+mn-ea"/>
            </a:endParaRPr>
          </a:p>
        </p:txBody>
      </p:sp>
      <p:sp>
        <p:nvSpPr>
          <p:cNvPr id="99" name="文本框 98"/>
          <p:cNvSpPr txBox="1"/>
          <p:nvPr>
            <p:custDataLst>
              <p:tags r:id="rId12"/>
            </p:custDataLst>
          </p:nvPr>
        </p:nvSpPr>
        <p:spPr>
          <a:xfrm rot="10800000" flipV="1">
            <a:off x="709930" y="3653790"/>
            <a:ext cx="2267585" cy="32194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1500" noProof="0" dirty="0">
                <a:ln>
                  <a:noFill/>
                </a:ln>
                <a:solidFill>
                  <a:srgbClr val="666666"/>
                </a:solidFill>
                <a:effectLst/>
                <a:uLnTx/>
                <a:uFillTx/>
                <a:latin typeface="思源黑体 CN Regular" panose="020B0500000000000000" charset="-122"/>
                <a:ea typeface="思源黑体 CN Regular" panose="020B0500000000000000" charset="-122"/>
                <a:sym typeface="+mn-ea"/>
              </a:rPr>
              <a:t>内容内容内容内容内</a:t>
            </a:r>
            <a:endParaRPr kumimoji="0" lang="zh-CN" altLang="en-US" sz="1500" b="0" i="0" u="none" strike="noStrike" kern="1200" cap="none" spc="0" normalizeH="0" baseline="0" noProof="0" dirty="0">
              <a:ln>
                <a:noFill/>
              </a:ln>
              <a:solidFill>
                <a:srgbClr val="666666"/>
              </a:solidFill>
              <a:effectLst/>
              <a:uLnTx/>
              <a:uFillTx/>
              <a:latin typeface="思源黑体 CN Regular" panose="020B0500000000000000" charset="-122"/>
              <a:ea typeface="思源黑体 CN Regular" panose="020B0500000000000000" charset="-122"/>
              <a:cs typeface="+mn-cs"/>
            </a:endParaRPr>
          </a:p>
        </p:txBody>
      </p:sp>
      <p:sp>
        <p:nvSpPr>
          <p:cNvPr id="100" name="文本框 99"/>
          <p:cNvSpPr txBox="1"/>
          <p:nvPr>
            <p:custDataLst>
              <p:tags r:id="rId13"/>
            </p:custDataLst>
          </p:nvPr>
        </p:nvSpPr>
        <p:spPr>
          <a:xfrm rot="10800000" flipV="1">
            <a:off x="1553845" y="3333115"/>
            <a:ext cx="1423670" cy="398780"/>
          </a:xfrm>
          <a:prstGeom prst="rect">
            <a:avLst/>
          </a:prstGeom>
          <a:noFill/>
        </p:spPr>
        <p:txBody>
          <a:bodyPr wrap="square">
            <a:spAutoFit/>
          </a:bodyPr>
          <a:lstStyle>
            <a:defPPr>
              <a:defRPr lang="zh-CN"/>
            </a:defPPr>
            <a:lvl1pPr marR="0" lvl="0" algn="r" fontAlgn="auto">
              <a:lnSpc>
                <a:spcPct val="100000"/>
              </a:lnSpc>
              <a:spcBef>
                <a:spcPts val="0"/>
              </a:spcBef>
              <a:spcAft>
                <a:spcPts val="0"/>
              </a:spcAft>
              <a:buClrTx/>
              <a:buSzTx/>
              <a:defRPr kumimoji="0" b="0" i="0" u="none" strike="noStrike" cap="none" spc="0" normalizeH="0" baseline="0">
                <a:ln>
                  <a:noFill/>
                </a:ln>
                <a:gradFill>
                  <a:gsLst>
                    <a:gs pos="9000">
                      <a:srgbClr val="DB1E1E">
                        <a:lumMod val="70000"/>
                        <a:lumOff val="30000"/>
                      </a:srgbClr>
                    </a:gs>
                    <a:gs pos="100000">
                      <a:srgbClr val="DB1E1E"/>
                    </a:gs>
                  </a:gsLst>
                  <a:lin ang="5400000" scaled="1"/>
                </a:gradFill>
                <a:effectLst/>
                <a:uLnTx/>
                <a:uFillTx/>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2000" noProof="0" dirty="0">
                <a:solidFill>
                  <a:srgbClr val="333333"/>
                </a:solidFill>
                <a:latin typeface="思源黑体 CN Bold" panose="020B0800000000000000" charset="-122"/>
                <a:ea typeface="思源黑体 CN Bold" panose="020B0800000000000000" charset="-122"/>
                <a:sym typeface="+mn-ea"/>
              </a:rPr>
              <a:t>你的优势</a:t>
            </a:r>
            <a:endParaRPr kumimoji="0" lang="zh-CN" altLang="en-US" sz="2000" i="0" u="none" strike="noStrike" kern="1200" cap="none" spc="0" normalizeH="0" baseline="0" noProof="0" dirty="0">
              <a:ln>
                <a:noFill/>
              </a:ln>
              <a:solidFill>
                <a:srgbClr val="333333"/>
              </a:solidFill>
              <a:effectLst/>
              <a:uLnTx/>
              <a:uFillTx/>
              <a:latin typeface="思源黑体 CN Bold" panose="020B0800000000000000" charset="-122"/>
              <a:ea typeface="思源黑体 CN Bold" panose="020B0800000000000000" charset="-122"/>
              <a:cs typeface="+mn-cs"/>
              <a:sym typeface="+mn-ea"/>
            </a:endParaRPr>
          </a:p>
        </p:txBody>
      </p:sp>
      <p:sp>
        <p:nvSpPr>
          <p:cNvPr id="101" name="文本框 100"/>
          <p:cNvSpPr txBox="1"/>
          <p:nvPr>
            <p:custDataLst>
              <p:tags r:id="rId14"/>
            </p:custDataLst>
          </p:nvPr>
        </p:nvSpPr>
        <p:spPr>
          <a:xfrm rot="10800000" flipV="1">
            <a:off x="476250" y="4876165"/>
            <a:ext cx="2148840" cy="32194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1500" noProof="0" dirty="0">
                <a:ln>
                  <a:noFill/>
                </a:ln>
                <a:solidFill>
                  <a:srgbClr val="666666"/>
                </a:solidFill>
                <a:effectLst/>
                <a:uLnTx/>
                <a:uFillTx/>
                <a:latin typeface="思源黑体 CN Regular" panose="020B0500000000000000" charset="-122"/>
                <a:ea typeface="思源黑体 CN Regular" panose="020B0500000000000000" charset="-122"/>
                <a:sym typeface="+mn-ea"/>
              </a:rPr>
              <a:t>内容内容内容内容内容</a:t>
            </a:r>
            <a:endParaRPr kumimoji="0" lang="zh-CN" altLang="en-US" sz="1500" b="0" i="0" u="none" strike="noStrike" kern="1200" cap="none" spc="0" normalizeH="0" baseline="0" noProof="0" dirty="0">
              <a:ln>
                <a:noFill/>
              </a:ln>
              <a:solidFill>
                <a:srgbClr val="666666"/>
              </a:solidFill>
              <a:effectLst/>
              <a:uLnTx/>
              <a:uFillTx/>
              <a:latin typeface="思源黑体 CN Regular" panose="020B0500000000000000" charset="-122"/>
              <a:ea typeface="思源黑体 CN Regular" panose="020B0500000000000000" charset="-122"/>
              <a:cs typeface="+mn-cs"/>
            </a:endParaRPr>
          </a:p>
        </p:txBody>
      </p:sp>
      <p:sp>
        <p:nvSpPr>
          <p:cNvPr id="102" name="文本框 101"/>
          <p:cNvSpPr txBox="1"/>
          <p:nvPr>
            <p:custDataLst>
              <p:tags r:id="rId15"/>
            </p:custDataLst>
          </p:nvPr>
        </p:nvSpPr>
        <p:spPr>
          <a:xfrm rot="10800000" flipV="1">
            <a:off x="1264920" y="4529455"/>
            <a:ext cx="1360170" cy="398780"/>
          </a:xfrm>
          <a:prstGeom prst="rect">
            <a:avLst/>
          </a:prstGeom>
          <a:noFill/>
        </p:spPr>
        <p:txBody>
          <a:bodyPr wrap="square">
            <a:spAutoFit/>
          </a:bodyPr>
          <a:lstStyle>
            <a:defPPr>
              <a:defRPr lang="zh-CN"/>
            </a:defPPr>
            <a:lvl1pPr marR="0" lvl="0" algn="r" fontAlgn="auto">
              <a:lnSpc>
                <a:spcPct val="100000"/>
              </a:lnSpc>
              <a:spcBef>
                <a:spcPts val="0"/>
              </a:spcBef>
              <a:spcAft>
                <a:spcPts val="0"/>
              </a:spcAft>
              <a:buClrTx/>
              <a:buSzTx/>
              <a:defRPr kumimoji="0" b="0" i="0" u="none" strike="noStrike" cap="none" spc="0" normalizeH="0" baseline="0">
                <a:ln>
                  <a:noFill/>
                </a:ln>
                <a:gradFill>
                  <a:gsLst>
                    <a:gs pos="9000">
                      <a:srgbClr val="DB1E1E">
                        <a:lumMod val="70000"/>
                        <a:lumOff val="30000"/>
                      </a:srgbClr>
                    </a:gs>
                    <a:gs pos="100000">
                      <a:srgbClr val="DB1E1E"/>
                    </a:gs>
                  </a:gsLst>
                  <a:lin ang="5400000" scaled="1"/>
                </a:gradFill>
                <a:effectLst/>
                <a:uLnTx/>
                <a:uFillTx/>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2000" noProof="0" dirty="0">
                <a:solidFill>
                  <a:srgbClr val="333333"/>
                </a:solidFill>
                <a:latin typeface="思源黑体 CN Bold" panose="020B0800000000000000" charset="-122"/>
                <a:ea typeface="思源黑体 CN Bold" panose="020B0800000000000000" charset="-122"/>
                <a:sym typeface="+mn-ea"/>
              </a:rPr>
              <a:t>你的优势</a:t>
            </a:r>
            <a:endParaRPr kumimoji="0" lang="zh-CN" altLang="en-US" sz="2000" i="0" u="none" strike="noStrike" kern="1200" cap="none" spc="0" normalizeH="0" baseline="0" noProof="0" dirty="0">
              <a:ln>
                <a:noFill/>
              </a:ln>
              <a:solidFill>
                <a:srgbClr val="333333"/>
              </a:solidFill>
              <a:effectLst/>
              <a:uLnTx/>
              <a:uFillTx/>
              <a:latin typeface="思源黑体 CN Bold" panose="020B0800000000000000" charset="-122"/>
              <a:ea typeface="思源黑体 CN Bold" panose="020B0800000000000000" charset="-122"/>
              <a:cs typeface="+mn-cs"/>
              <a:sym typeface="+mn-ea"/>
            </a:endParaRPr>
          </a:p>
        </p:txBody>
      </p:sp>
      <p:sp>
        <p:nvSpPr>
          <p:cNvPr id="103" name="六边形 5"/>
          <p:cNvSpPr/>
          <p:nvPr>
            <p:custDataLst>
              <p:tags r:id="rId16"/>
            </p:custDataLst>
          </p:nvPr>
        </p:nvSpPr>
        <p:spPr>
          <a:xfrm rot="10800000">
            <a:off x="4514215" y="3615690"/>
            <a:ext cx="2717800" cy="2717800"/>
          </a:xfrm>
          <a:prstGeom prst="ellipse">
            <a:avLst/>
          </a:prstGeom>
          <a:gradFill>
            <a:gsLst>
              <a:gs pos="0">
                <a:srgbClr val="AAEBE3">
                  <a:alpha val="39000"/>
                </a:srgbClr>
              </a:gs>
              <a:gs pos="39000">
                <a:srgbClr val="67CAC3">
                  <a:alpha val="100000"/>
                </a:srgbClr>
              </a:gs>
              <a:gs pos="81000">
                <a:srgbClr val="0FAF9B"/>
              </a:gs>
            </a:gsLst>
            <a:lin ang="19800000" scaled="0"/>
          </a:gradFill>
          <a:ln w="6055" cap="flat">
            <a:noFill/>
            <a:prstDash val="solid"/>
            <a:miter/>
          </a:ln>
        </p:spPr>
        <p:txBody>
          <a:bodyPr lIns="108000" tIns="108000" rIns="108000" bIns="108000" rtlCol="0" anchor="ctr">
            <a:noAutofit/>
          </a:bodyPr>
          <a:lstStyle/>
          <a:p>
            <a:pPr lvl="0" algn="ctr">
              <a:buClrTx/>
              <a:buSzTx/>
              <a:buFontTx/>
            </a:pPr>
            <a:endParaRPr lang="zh-CN" altLang="en-US">
              <a:latin typeface="Arial" panose="020B0604020202020204" pitchFamily="34" charset="0"/>
              <a:ea typeface="思源黑体 CN Regular" panose="020B0500000000000000" charset="-122"/>
              <a:sym typeface="+mn-ea"/>
            </a:endParaRPr>
          </a:p>
        </p:txBody>
      </p:sp>
      <p:sp>
        <p:nvSpPr>
          <p:cNvPr id="105" name="椭圆 104"/>
          <p:cNvSpPr/>
          <p:nvPr>
            <p:custDataLst>
              <p:tags r:id="rId17"/>
            </p:custDataLst>
          </p:nvPr>
        </p:nvSpPr>
        <p:spPr>
          <a:xfrm rot="10800000">
            <a:off x="8098155" y="4450715"/>
            <a:ext cx="811530" cy="811530"/>
          </a:xfrm>
          <a:prstGeom prst="ellipse">
            <a:avLst/>
          </a:prstGeom>
          <a:gradFill flip="none" rotWithShape="1">
            <a:gsLst>
              <a:gs pos="0">
                <a:srgbClr val="0FAF9B">
                  <a:alpha val="100000"/>
                </a:srgbClr>
              </a:gs>
              <a:gs pos="100000">
                <a:srgbClr val="00A8A1"/>
              </a:gs>
            </a:gsLst>
            <a:lin ang="7200000" scaled="1"/>
            <a:tileRect/>
          </a:gradFill>
          <a:ln w="38100">
            <a:solidFill>
              <a:schemeClr val="bg1"/>
            </a:solidFill>
          </a:ln>
          <a:effectLst>
            <a:outerShdw blurRad="50800" dist="38100" algn="tl" rotWithShape="0">
              <a:schemeClr val="bg1">
                <a:lumMod val="9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HarmonyOS Sans SC" panose="00000500000000000000" charset="-122"/>
              <a:ea typeface="HarmonyOS Sans SC" panose="00000500000000000000" charset="-122"/>
              <a:sym typeface="+mn-ea"/>
            </a:endParaRPr>
          </a:p>
        </p:txBody>
      </p:sp>
      <p:sp>
        <p:nvSpPr>
          <p:cNvPr id="113" name="椭圆 112"/>
          <p:cNvSpPr/>
          <p:nvPr>
            <p:custDataLst>
              <p:tags r:id="rId18"/>
            </p:custDataLst>
          </p:nvPr>
        </p:nvSpPr>
        <p:spPr>
          <a:xfrm rot="10800000">
            <a:off x="2836545" y="4450715"/>
            <a:ext cx="811530" cy="811530"/>
          </a:xfrm>
          <a:prstGeom prst="ellipse">
            <a:avLst/>
          </a:prstGeom>
          <a:gradFill flip="none" rotWithShape="1">
            <a:gsLst>
              <a:gs pos="0">
                <a:srgbClr val="0FAF9B">
                  <a:alpha val="100000"/>
                </a:srgbClr>
              </a:gs>
              <a:gs pos="100000">
                <a:srgbClr val="00A8A1"/>
              </a:gs>
            </a:gsLst>
            <a:lin ang="7200000" scaled="1"/>
            <a:tileRect/>
          </a:gradFill>
          <a:ln w="38100">
            <a:solidFill>
              <a:schemeClr val="bg1"/>
            </a:solidFill>
          </a:ln>
          <a:effectLst>
            <a:outerShdw blurRad="50800" dist="38100" algn="tl" rotWithShape="0">
              <a:schemeClr val="bg1">
                <a:lumMod val="9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HarmonyOS Sans SC" panose="00000500000000000000" charset="-122"/>
              <a:ea typeface="HarmonyOS Sans SC" panose="00000500000000000000" charset="-122"/>
              <a:sym typeface="+mn-ea"/>
            </a:endParaRPr>
          </a:p>
        </p:txBody>
      </p:sp>
      <p:sp>
        <p:nvSpPr>
          <p:cNvPr id="118" name="椭圆 117"/>
          <p:cNvSpPr/>
          <p:nvPr>
            <p:custDataLst>
              <p:tags r:id="rId19"/>
            </p:custDataLst>
          </p:nvPr>
        </p:nvSpPr>
        <p:spPr>
          <a:xfrm rot="10800000">
            <a:off x="3144520" y="3257550"/>
            <a:ext cx="811530" cy="811530"/>
          </a:xfrm>
          <a:prstGeom prst="ellipse">
            <a:avLst/>
          </a:prstGeom>
          <a:gradFill flip="none" rotWithShape="1">
            <a:gsLst>
              <a:gs pos="0">
                <a:srgbClr val="0FAF9B">
                  <a:alpha val="100000"/>
                </a:srgbClr>
              </a:gs>
              <a:gs pos="100000">
                <a:srgbClr val="00A8A1"/>
              </a:gs>
            </a:gsLst>
            <a:lin ang="7200000" scaled="1"/>
            <a:tileRect/>
          </a:gradFill>
          <a:ln w="38100">
            <a:solidFill>
              <a:schemeClr val="bg1"/>
            </a:solidFill>
          </a:ln>
          <a:effectLst>
            <a:outerShdw blurRad="50800" dist="38100" algn="tl" rotWithShape="0">
              <a:schemeClr val="bg1">
                <a:lumMod val="9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HarmonyOS Sans SC" panose="00000500000000000000" charset="-122"/>
              <a:ea typeface="HarmonyOS Sans SC" panose="00000500000000000000" charset="-122"/>
              <a:sym typeface="+mn-ea"/>
            </a:endParaRPr>
          </a:p>
        </p:txBody>
      </p:sp>
      <p:sp>
        <p:nvSpPr>
          <p:cNvPr id="124" name="椭圆 123"/>
          <p:cNvSpPr/>
          <p:nvPr>
            <p:custDataLst>
              <p:tags r:id="rId20"/>
            </p:custDataLst>
          </p:nvPr>
        </p:nvSpPr>
        <p:spPr>
          <a:xfrm rot="10800000">
            <a:off x="4151630" y="2172335"/>
            <a:ext cx="811530" cy="811530"/>
          </a:xfrm>
          <a:prstGeom prst="ellipse">
            <a:avLst/>
          </a:prstGeom>
          <a:gradFill flip="none" rotWithShape="1">
            <a:gsLst>
              <a:gs pos="0">
                <a:srgbClr val="0FAF9B">
                  <a:alpha val="100000"/>
                </a:srgbClr>
              </a:gs>
              <a:gs pos="100000">
                <a:srgbClr val="00A8A1"/>
              </a:gs>
            </a:gsLst>
            <a:lin ang="7200000" scaled="1"/>
            <a:tileRect/>
          </a:gradFill>
          <a:ln w="38100">
            <a:solidFill>
              <a:schemeClr val="bg1"/>
            </a:solidFill>
          </a:ln>
          <a:effectLst>
            <a:outerShdw blurRad="50800" dist="38100" algn="tl" rotWithShape="0">
              <a:schemeClr val="bg1">
                <a:lumMod val="9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HarmonyOS Sans SC" panose="00000500000000000000" charset="-122"/>
              <a:ea typeface="HarmonyOS Sans SC" panose="00000500000000000000" charset="-122"/>
              <a:sym typeface="+mn-ea"/>
            </a:endParaRPr>
          </a:p>
        </p:txBody>
      </p:sp>
      <p:sp>
        <p:nvSpPr>
          <p:cNvPr id="133" name="椭圆 132"/>
          <p:cNvSpPr/>
          <p:nvPr>
            <p:custDataLst>
              <p:tags r:id="rId21"/>
            </p:custDataLst>
          </p:nvPr>
        </p:nvSpPr>
        <p:spPr>
          <a:xfrm rot="10800000">
            <a:off x="5467350" y="1819910"/>
            <a:ext cx="811530" cy="811530"/>
          </a:xfrm>
          <a:prstGeom prst="ellipse">
            <a:avLst/>
          </a:prstGeom>
          <a:gradFill flip="none" rotWithShape="1">
            <a:gsLst>
              <a:gs pos="0">
                <a:srgbClr val="0FAF9B">
                  <a:alpha val="100000"/>
                </a:srgbClr>
              </a:gs>
              <a:gs pos="100000">
                <a:srgbClr val="00A8A1"/>
              </a:gs>
            </a:gsLst>
            <a:lin ang="7200000" scaled="1"/>
            <a:tileRect/>
          </a:gradFill>
          <a:ln w="38100">
            <a:solidFill>
              <a:schemeClr val="bg1"/>
            </a:solidFill>
          </a:ln>
          <a:effectLst>
            <a:outerShdw blurRad="50800" dist="38100" algn="tl" rotWithShape="0">
              <a:schemeClr val="bg1">
                <a:lumMod val="9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HarmonyOS Sans SC" panose="00000500000000000000" charset="-122"/>
              <a:ea typeface="HarmonyOS Sans SC" panose="00000500000000000000" charset="-122"/>
              <a:sym typeface="+mn-ea"/>
            </a:endParaRPr>
          </a:p>
        </p:txBody>
      </p:sp>
      <p:sp>
        <p:nvSpPr>
          <p:cNvPr id="141" name="椭圆 140"/>
          <p:cNvSpPr/>
          <p:nvPr>
            <p:custDataLst>
              <p:tags r:id="rId22"/>
            </p:custDataLst>
          </p:nvPr>
        </p:nvSpPr>
        <p:spPr>
          <a:xfrm rot="10800000">
            <a:off x="6782435" y="2172335"/>
            <a:ext cx="811530" cy="811530"/>
          </a:xfrm>
          <a:prstGeom prst="ellipse">
            <a:avLst/>
          </a:prstGeom>
          <a:gradFill flip="none" rotWithShape="1">
            <a:gsLst>
              <a:gs pos="0">
                <a:srgbClr val="0FAF9B">
                  <a:alpha val="100000"/>
                </a:srgbClr>
              </a:gs>
              <a:gs pos="100000">
                <a:srgbClr val="00A8A1"/>
              </a:gs>
            </a:gsLst>
            <a:lin ang="7200000" scaled="1"/>
            <a:tileRect/>
          </a:gradFill>
          <a:ln w="38100">
            <a:solidFill>
              <a:schemeClr val="bg1"/>
            </a:solidFill>
          </a:ln>
          <a:effectLst>
            <a:outerShdw blurRad="50800" dist="38100" algn="tl" rotWithShape="0">
              <a:schemeClr val="bg1">
                <a:lumMod val="9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HarmonyOS Sans SC" panose="00000500000000000000" charset="-122"/>
              <a:ea typeface="HarmonyOS Sans SC" panose="00000500000000000000" charset="-122"/>
              <a:sym typeface="+mn-ea"/>
            </a:endParaRPr>
          </a:p>
        </p:txBody>
      </p:sp>
      <p:sp>
        <p:nvSpPr>
          <p:cNvPr id="146" name="椭圆 145"/>
          <p:cNvSpPr/>
          <p:nvPr>
            <p:custDataLst>
              <p:tags r:id="rId23"/>
            </p:custDataLst>
          </p:nvPr>
        </p:nvSpPr>
        <p:spPr>
          <a:xfrm rot="10800000">
            <a:off x="7790180" y="3257550"/>
            <a:ext cx="811530" cy="811530"/>
          </a:xfrm>
          <a:prstGeom prst="ellipse">
            <a:avLst/>
          </a:prstGeom>
          <a:gradFill flip="none" rotWithShape="1">
            <a:gsLst>
              <a:gs pos="0">
                <a:srgbClr val="0FAF9B">
                  <a:alpha val="100000"/>
                </a:srgbClr>
              </a:gs>
              <a:gs pos="100000">
                <a:srgbClr val="00A8A1"/>
              </a:gs>
            </a:gsLst>
            <a:lin ang="7200000" scaled="1"/>
            <a:tileRect/>
          </a:gradFill>
          <a:ln w="38100">
            <a:solidFill>
              <a:schemeClr val="bg1"/>
            </a:solidFill>
          </a:ln>
          <a:effectLst>
            <a:outerShdw blurRad="50800" dist="38100" algn="tl" rotWithShape="0">
              <a:schemeClr val="bg1">
                <a:lumMod val="9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HarmonyOS Sans SC" panose="00000500000000000000" charset="-122"/>
              <a:ea typeface="HarmonyOS Sans SC" panose="00000500000000000000" charset="-122"/>
              <a:sym typeface="+mn-ea"/>
            </a:endParaRPr>
          </a:p>
        </p:txBody>
      </p:sp>
      <p:grpSp>
        <p:nvGrpSpPr>
          <p:cNvPr id="152" name="组合 151"/>
          <p:cNvGrpSpPr/>
          <p:nvPr/>
        </p:nvGrpSpPr>
        <p:grpSpPr>
          <a:xfrm rot="10800000">
            <a:off x="3968115" y="2950210"/>
            <a:ext cx="3810000" cy="3778885"/>
            <a:chOff x="4055254" y="205785"/>
            <a:chExt cx="4081722" cy="4048940"/>
          </a:xfrm>
        </p:grpSpPr>
        <p:sp>
          <p:nvSpPr>
            <p:cNvPr id="153" name="弧形 7"/>
            <p:cNvSpPr/>
            <p:nvPr>
              <p:custDataLst>
                <p:tags r:id="rId24"/>
              </p:custDataLst>
            </p:nvPr>
          </p:nvSpPr>
          <p:spPr>
            <a:xfrm>
              <a:off x="4128785" y="205785"/>
              <a:ext cx="3934715" cy="3934415"/>
            </a:xfrm>
            <a:prstGeom prst="arc">
              <a:avLst>
                <a:gd name="adj1" fmla="val 16523059"/>
                <a:gd name="adj2" fmla="val 16325509"/>
              </a:avLst>
            </a:prstGeom>
            <a:ln>
              <a:gradFill>
                <a:gsLst>
                  <a:gs pos="0">
                    <a:schemeClr val="bg2">
                      <a:alpha val="0"/>
                    </a:schemeClr>
                  </a:gs>
                  <a:gs pos="100000">
                    <a:schemeClr val="bg2"/>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HarmonyOS Sans SC" panose="00000500000000000000" charset="-122"/>
                <a:ea typeface="HarmonyOS Sans SC" panose="00000500000000000000" charset="-122"/>
                <a:cs typeface="+mn-cs"/>
              </a:endParaRPr>
            </a:p>
          </p:txBody>
        </p:sp>
        <p:sp>
          <p:nvSpPr>
            <p:cNvPr id="154" name="椭圆 153"/>
            <p:cNvSpPr/>
            <p:nvPr>
              <p:custDataLst>
                <p:tags r:id="rId25"/>
              </p:custDataLst>
            </p:nvPr>
          </p:nvSpPr>
          <p:spPr>
            <a:xfrm flipV="1">
              <a:off x="4055254" y="2128179"/>
              <a:ext cx="171378" cy="171374"/>
            </a:xfrm>
            <a:prstGeom prst="ellipse">
              <a:avLst/>
            </a:prstGeom>
            <a:gradFill flip="none" rotWithShape="1">
              <a:gsLst>
                <a:gs pos="0">
                  <a:srgbClr val="FF841E">
                    <a:alpha val="19000"/>
                  </a:srgbClr>
                </a:gs>
                <a:gs pos="100000">
                  <a:srgbClr val="FF841E"/>
                </a:gs>
              </a:gsLst>
              <a:lin ang="7200000" scaled="1"/>
              <a:tileRect/>
            </a:gradFill>
            <a:ln w="38100">
              <a:solidFill>
                <a:schemeClr val="bg1"/>
              </a:solidFill>
            </a:ln>
            <a:effectLst>
              <a:outerShdw blurRad="50800" dist="38100" algn="tl" rotWithShape="0">
                <a:schemeClr val="bg1">
                  <a:lumMod val="9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HarmonyOS Sans SC" panose="00000500000000000000" charset="-122"/>
                <a:ea typeface="HarmonyOS Sans SC" panose="00000500000000000000" charset="-122"/>
                <a:sym typeface="+mn-ea"/>
              </a:endParaRPr>
            </a:p>
          </p:txBody>
        </p:sp>
        <p:sp>
          <p:nvSpPr>
            <p:cNvPr id="155" name="椭圆 154"/>
            <p:cNvSpPr/>
            <p:nvPr>
              <p:custDataLst>
                <p:tags r:id="rId26"/>
              </p:custDataLst>
            </p:nvPr>
          </p:nvSpPr>
          <p:spPr>
            <a:xfrm flipV="1">
              <a:off x="7965598" y="2128179"/>
              <a:ext cx="171378" cy="171374"/>
            </a:xfrm>
            <a:prstGeom prst="ellipse">
              <a:avLst/>
            </a:prstGeom>
            <a:gradFill flip="none" rotWithShape="1">
              <a:gsLst>
                <a:gs pos="0">
                  <a:srgbClr val="FF841E">
                    <a:alpha val="19000"/>
                  </a:srgbClr>
                </a:gs>
                <a:gs pos="100000">
                  <a:srgbClr val="FF841E"/>
                </a:gs>
              </a:gsLst>
              <a:lin ang="7200000" scaled="1"/>
              <a:tileRect/>
            </a:gradFill>
            <a:ln w="38100">
              <a:solidFill>
                <a:schemeClr val="bg1"/>
              </a:solidFill>
            </a:ln>
            <a:effectLst>
              <a:outerShdw blurRad="50800" dist="38100" algn="tl" rotWithShape="0">
                <a:schemeClr val="bg1">
                  <a:lumMod val="9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HarmonyOS Sans SC" panose="00000500000000000000" charset="-122"/>
                <a:ea typeface="HarmonyOS Sans SC" panose="00000500000000000000" charset="-122"/>
                <a:sym typeface="+mn-ea"/>
              </a:endParaRPr>
            </a:p>
          </p:txBody>
        </p:sp>
        <p:sp>
          <p:nvSpPr>
            <p:cNvPr id="156" name="椭圆 155"/>
            <p:cNvSpPr/>
            <p:nvPr>
              <p:custDataLst>
                <p:tags r:id="rId27"/>
              </p:custDataLst>
            </p:nvPr>
          </p:nvSpPr>
          <p:spPr>
            <a:xfrm flipV="1">
              <a:off x="7703655" y="3105765"/>
              <a:ext cx="171378" cy="171374"/>
            </a:xfrm>
            <a:prstGeom prst="ellipse">
              <a:avLst/>
            </a:prstGeom>
            <a:gradFill flip="none" rotWithShape="1">
              <a:gsLst>
                <a:gs pos="0">
                  <a:srgbClr val="FF841E">
                    <a:alpha val="19000"/>
                  </a:srgbClr>
                </a:gs>
                <a:gs pos="100000">
                  <a:srgbClr val="FF841E"/>
                </a:gs>
              </a:gsLst>
              <a:lin ang="7200000" scaled="1"/>
              <a:tileRect/>
            </a:gradFill>
            <a:ln w="38100">
              <a:solidFill>
                <a:schemeClr val="bg1"/>
              </a:solidFill>
            </a:ln>
            <a:effectLst>
              <a:outerShdw blurRad="50800" dist="38100" algn="tl" rotWithShape="0">
                <a:schemeClr val="bg1">
                  <a:lumMod val="9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HarmonyOS Sans SC" panose="00000500000000000000" charset="-122"/>
                <a:ea typeface="HarmonyOS Sans SC" panose="00000500000000000000" charset="-122"/>
                <a:sym typeface="+mn-ea"/>
              </a:endParaRPr>
            </a:p>
          </p:txBody>
        </p:sp>
        <p:sp>
          <p:nvSpPr>
            <p:cNvPr id="157" name="椭圆 156"/>
            <p:cNvSpPr/>
            <p:nvPr>
              <p:custDataLst>
                <p:tags r:id="rId28"/>
              </p:custDataLst>
            </p:nvPr>
          </p:nvSpPr>
          <p:spPr>
            <a:xfrm flipV="1">
              <a:off x="6988012" y="3821407"/>
              <a:ext cx="171378" cy="171374"/>
            </a:xfrm>
            <a:prstGeom prst="ellipse">
              <a:avLst/>
            </a:prstGeom>
            <a:gradFill flip="none" rotWithShape="1">
              <a:gsLst>
                <a:gs pos="0">
                  <a:srgbClr val="FF841E">
                    <a:alpha val="19000"/>
                  </a:srgbClr>
                </a:gs>
                <a:gs pos="100000">
                  <a:srgbClr val="FF841E"/>
                </a:gs>
              </a:gsLst>
              <a:lin ang="7200000" scaled="1"/>
              <a:tileRect/>
            </a:gradFill>
            <a:ln w="38100">
              <a:solidFill>
                <a:schemeClr val="bg1"/>
              </a:solidFill>
            </a:ln>
            <a:effectLst>
              <a:outerShdw blurRad="50800" dist="38100" algn="tl" rotWithShape="0">
                <a:schemeClr val="bg1">
                  <a:lumMod val="9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HarmonyOS Sans SC" panose="00000500000000000000" charset="-122"/>
                <a:ea typeface="HarmonyOS Sans SC" panose="00000500000000000000" charset="-122"/>
                <a:sym typeface="+mn-ea"/>
              </a:endParaRPr>
            </a:p>
          </p:txBody>
        </p:sp>
        <p:sp>
          <p:nvSpPr>
            <p:cNvPr id="158" name="椭圆 157"/>
            <p:cNvSpPr/>
            <p:nvPr>
              <p:custDataLst>
                <p:tags r:id="rId29"/>
              </p:custDataLst>
            </p:nvPr>
          </p:nvSpPr>
          <p:spPr>
            <a:xfrm flipV="1">
              <a:off x="6010426" y="4083351"/>
              <a:ext cx="171378" cy="171374"/>
            </a:xfrm>
            <a:prstGeom prst="ellipse">
              <a:avLst/>
            </a:prstGeom>
            <a:gradFill flip="none" rotWithShape="1">
              <a:gsLst>
                <a:gs pos="0">
                  <a:srgbClr val="FF841E">
                    <a:alpha val="19000"/>
                  </a:srgbClr>
                </a:gs>
                <a:gs pos="100000">
                  <a:srgbClr val="FF841E"/>
                </a:gs>
              </a:gsLst>
              <a:lin ang="7200000" scaled="1"/>
              <a:tileRect/>
            </a:gradFill>
            <a:ln w="38100">
              <a:solidFill>
                <a:schemeClr val="bg1"/>
              </a:solidFill>
            </a:ln>
            <a:effectLst>
              <a:outerShdw blurRad="50800" dist="38100" algn="tl" rotWithShape="0">
                <a:schemeClr val="bg1">
                  <a:lumMod val="9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HarmonyOS Sans SC" panose="00000500000000000000" charset="-122"/>
                <a:ea typeface="HarmonyOS Sans SC" panose="00000500000000000000" charset="-122"/>
                <a:sym typeface="+mn-ea"/>
              </a:endParaRPr>
            </a:p>
          </p:txBody>
        </p:sp>
        <p:sp>
          <p:nvSpPr>
            <p:cNvPr id="159" name="椭圆 158"/>
            <p:cNvSpPr/>
            <p:nvPr>
              <p:custDataLst>
                <p:tags r:id="rId30"/>
              </p:custDataLst>
            </p:nvPr>
          </p:nvSpPr>
          <p:spPr>
            <a:xfrm flipV="1">
              <a:off x="5032840" y="3821407"/>
              <a:ext cx="171378" cy="171374"/>
            </a:xfrm>
            <a:prstGeom prst="ellipse">
              <a:avLst/>
            </a:prstGeom>
            <a:gradFill flip="none" rotWithShape="1">
              <a:gsLst>
                <a:gs pos="0">
                  <a:srgbClr val="FF841E">
                    <a:alpha val="19000"/>
                  </a:srgbClr>
                </a:gs>
                <a:gs pos="100000">
                  <a:srgbClr val="FF841E"/>
                </a:gs>
              </a:gsLst>
              <a:lin ang="7200000" scaled="1"/>
              <a:tileRect/>
            </a:gradFill>
            <a:ln w="38100">
              <a:solidFill>
                <a:schemeClr val="bg1"/>
              </a:solidFill>
            </a:ln>
            <a:effectLst>
              <a:outerShdw blurRad="50800" dist="38100" algn="tl" rotWithShape="0">
                <a:schemeClr val="bg1">
                  <a:lumMod val="9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HarmonyOS Sans SC" panose="00000500000000000000" charset="-122"/>
                <a:ea typeface="HarmonyOS Sans SC" panose="00000500000000000000" charset="-122"/>
                <a:sym typeface="+mn-ea"/>
              </a:endParaRPr>
            </a:p>
          </p:txBody>
        </p:sp>
        <p:sp>
          <p:nvSpPr>
            <p:cNvPr id="160" name="椭圆 159"/>
            <p:cNvSpPr/>
            <p:nvPr>
              <p:custDataLst>
                <p:tags r:id="rId31"/>
              </p:custDataLst>
            </p:nvPr>
          </p:nvSpPr>
          <p:spPr>
            <a:xfrm flipV="1">
              <a:off x="4317198" y="3105765"/>
              <a:ext cx="171378" cy="171374"/>
            </a:xfrm>
            <a:prstGeom prst="ellipse">
              <a:avLst/>
            </a:prstGeom>
            <a:gradFill flip="none" rotWithShape="1">
              <a:gsLst>
                <a:gs pos="0">
                  <a:srgbClr val="FF841E">
                    <a:alpha val="19000"/>
                  </a:srgbClr>
                </a:gs>
                <a:gs pos="100000">
                  <a:srgbClr val="FF841E"/>
                </a:gs>
              </a:gsLst>
              <a:lin ang="7200000" scaled="1"/>
              <a:tileRect/>
            </a:gradFill>
            <a:ln w="38100">
              <a:solidFill>
                <a:schemeClr val="bg1"/>
              </a:solidFill>
            </a:ln>
            <a:effectLst>
              <a:outerShdw blurRad="50800" dist="38100" algn="tl" rotWithShape="0">
                <a:schemeClr val="bg1">
                  <a:lumMod val="9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HarmonyOS Sans SC" panose="00000500000000000000" charset="-122"/>
                <a:ea typeface="HarmonyOS Sans SC" panose="00000500000000000000" charset="-122"/>
                <a:sym typeface="+mn-ea"/>
              </a:endParaRPr>
            </a:p>
          </p:txBody>
        </p:sp>
      </p:grpSp>
      <p:sp>
        <p:nvSpPr>
          <p:cNvPr id="165" name="文本框 164"/>
          <p:cNvSpPr txBox="1"/>
          <p:nvPr>
            <p:custDataLst>
              <p:tags r:id="rId32"/>
            </p:custDataLst>
          </p:nvPr>
        </p:nvSpPr>
        <p:spPr>
          <a:xfrm rot="10800000" flipV="1">
            <a:off x="5214620" y="4282440"/>
            <a:ext cx="1316990" cy="1383665"/>
          </a:xfrm>
          <a:prstGeom prst="rect">
            <a:avLst/>
          </a:prstGeom>
          <a:noFill/>
        </p:spPr>
        <p:txBody>
          <a:bodyPr wrap="square">
            <a:spAutoFit/>
          </a:bodyPr>
          <a:lstStyle>
            <a:defPPr>
              <a:defRPr lang="zh-CN"/>
            </a:defPPr>
            <a:lvl1pPr marR="0" lvl="0" algn="r" fontAlgn="auto">
              <a:lnSpc>
                <a:spcPct val="100000"/>
              </a:lnSpc>
              <a:spcBef>
                <a:spcPts val="0"/>
              </a:spcBef>
              <a:spcAft>
                <a:spcPts val="0"/>
              </a:spcAft>
              <a:buClrTx/>
              <a:buSzTx/>
              <a:defRPr kumimoji="0" b="0" i="0" u="none" strike="noStrike" cap="none" spc="0" normalizeH="0" baseline="0">
                <a:ln>
                  <a:noFill/>
                </a:ln>
                <a:gradFill>
                  <a:gsLst>
                    <a:gs pos="9000">
                      <a:srgbClr val="DB1E1E">
                        <a:lumMod val="70000"/>
                        <a:lumOff val="30000"/>
                      </a:srgbClr>
                    </a:gs>
                    <a:gs pos="100000">
                      <a:srgbClr val="DB1E1E"/>
                    </a:gs>
                  </a:gsLst>
                  <a:lin ang="5400000" scaled="1"/>
                </a:gradFill>
                <a:effectLst/>
                <a:uLnTx/>
                <a:uFillTx/>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200" i="0" u="none" strike="noStrike" kern="1200" cap="none" spc="0" normalizeH="0" baseline="0" noProof="0" dirty="0">
                <a:ln>
                  <a:noFill/>
                </a:ln>
                <a:solidFill>
                  <a:schemeClr val="bg1"/>
                </a:solidFill>
                <a:effectLst/>
                <a:uLnTx/>
                <a:uFillTx/>
                <a:latin typeface="思源黑体 CN Bold" panose="020B0800000000000000" charset="-122"/>
                <a:ea typeface="思源黑体 CN Bold" panose="020B0800000000000000" charset="-122"/>
                <a:cs typeface="+mn-cs"/>
              </a:rPr>
              <a:t>产品</a:t>
            </a:r>
            <a:endParaRPr kumimoji="0" lang="zh-CN" altLang="en-US" sz="4200" i="0" u="none" strike="noStrike" kern="1200" cap="none" spc="0" normalizeH="0" baseline="0" noProof="0" dirty="0">
              <a:ln>
                <a:noFill/>
              </a:ln>
              <a:solidFill>
                <a:schemeClr val="bg1"/>
              </a:solidFill>
              <a:effectLst/>
              <a:uLnTx/>
              <a:uFillTx/>
              <a:latin typeface="思源黑体 CN Bold" panose="020B0800000000000000" charset="-122"/>
              <a:ea typeface="思源黑体 CN Bold" panose="020B0800000000000000"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200" i="0" u="none" strike="noStrike" kern="1200" cap="none" spc="0" normalizeH="0" baseline="0" noProof="0" dirty="0">
                <a:ln>
                  <a:noFill/>
                </a:ln>
                <a:solidFill>
                  <a:schemeClr val="bg1"/>
                </a:solidFill>
                <a:effectLst/>
                <a:uLnTx/>
                <a:uFillTx/>
                <a:latin typeface="思源黑体 CN Bold" panose="020B0800000000000000" charset="-122"/>
                <a:ea typeface="思源黑体 CN Bold" panose="020B0800000000000000" charset="-122"/>
                <a:cs typeface="+mn-cs"/>
              </a:rPr>
              <a:t>优势</a:t>
            </a:r>
            <a:endParaRPr kumimoji="0" lang="zh-CN" altLang="en-US" sz="4200" i="0" u="none" strike="noStrike" kern="1200" cap="none" spc="0" normalizeH="0" baseline="0" noProof="0" dirty="0">
              <a:ln>
                <a:noFill/>
              </a:ln>
              <a:solidFill>
                <a:schemeClr val="bg1"/>
              </a:solidFill>
              <a:effectLst/>
              <a:uLnTx/>
              <a:uFillTx/>
              <a:latin typeface="思源黑体 CN Bold" panose="020B0800000000000000" charset="-122"/>
              <a:ea typeface="思源黑体 CN Bold" panose="020B0800000000000000" charset="-122"/>
              <a:cs typeface="+mn-cs"/>
            </a:endParaRPr>
          </a:p>
        </p:txBody>
      </p:sp>
      <p:pic>
        <p:nvPicPr>
          <p:cNvPr id="18" name="图片 17" descr="柔性生产"/>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4372610" y="2379980"/>
            <a:ext cx="396240" cy="396240"/>
          </a:xfrm>
          <a:prstGeom prst="rect">
            <a:avLst/>
          </a:prstGeom>
        </p:spPr>
      </p:pic>
      <p:pic>
        <p:nvPicPr>
          <p:cNvPr id="20" name="图片 19" descr="钣金加工"/>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3326765" y="3483293"/>
            <a:ext cx="508000" cy="360045"/>
          </a:xfrm>
          <a:prstGeom prst="rect">
            <a:avLst/>
          </a:prstGeom>
        </p:spPr>
      </p:pic>
      <p:pic>
        <p:nvPicPr>
          <p:cNvPr id="21" name="图片 20" descr="马桶"/>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3034992" y="4654242"/>
            <a:ext cx="414000" cy="414000"/>
          </a:xfrm>
          <a:prstGeom prst="rect">
            <a:avLst/>
          </a:prstGeom>
          <a:solidFill>
            <a:srgbClr val="0FAF9B"/>
          </a:solidFill>
        </p:spPr>
      </p:pic>
      <p:pic>
        <p:nvPicPr>
          <p:cNvPr id="26" name="图片 25" descr="钣金加工"/>
          <p:cNvPicPr>
            <a:picLocks noChangeAspect="1"/>
          </p:cNvPicPr>
          <p:nvPr/>
        </p:nvPicPr>
        <p:blipFill>
          <a:blip r:embed="rId35">
            <a:extLst>
              <a:ext uri="{96DAC541-7B7A-43D3-8B79-37D633B846F1}">
                <asvg:svgBlip xmlns:asvg="http://schemas.microsoft.com/office/drawing/2016/SVG/main" r:embed="rId39"/>
              </a:ext>
            </a:extLst>
          </a:blip>
          <a:stretch>
            <a:fillRect/>
          </a:stretch>
        </p:blipFill>
        <p:spPr>
          <a:xfrm>
            <a:off x="5619115" y="2045653"/>
            <a:ext cx="508000" cy="360045"/>
          </a:xfrm>
          <a:prstGeom prst="rect">
            <a:avLst/>
          </a:prstGeom>
        </p:spPr>
      </p:pic>
      <p:pic>
        <p:nvPicPr>
          <p:cNvPr id="29" name="图片 28" descr="马桶"/>
          <p:cNvPicPr>
            <a:picLocks noChangeAspect="1"/>
          </p:cNvPicPr>
          <p:nvPr/>
        </p:nvPicPr>
        <p:blipFill>
          <a:blip r:embed="rId37">
            <a:extLst>
              <a:ext uri="{96DAC541-7B7A-43D3-8B79-37D633B846F1}">
                <asvg:svgBlip xmlns:asvg="http://schemas.microsoft.com/office/drawing/2016/SVG/main" r:embed="rId40"/>
              </a:ext>
            </a:extLst>
          </a:blip>
          <a:stretch>
            <a:fillRect/>
          </a:stretch>
        </p:blipFill>
        <p:spPr>
          <a:xfrm>
            <a:off x="6981200" y="2371100"/>
            <a:ext cx="414000" cy="414000"/>
          </a:xfrm>
          <a:prstGeom prst="rect">
            <a:avLst/>
          </a:prstGeom>
          <a:solidFill>
            <a:srgbClr val="0FAF9B"/>
          </a:solidFill>
        </p:spPr>
      </p:pic>
      <p:pic>
        <p:nvPicPr>
          <p:cNvPr id="30" name="图片 29" descr="柔性生产"/>
          <p:cNvPicPr>
            <a:picLocks noChangeAspect="1"/>
          </p:cNvPicPr>
          <p:nvPr/>
        </p:nvPicPr>
        <p:blipFill>
          <a:blip r:embed="rId33">
            <a:extLst>
              <a:ext uri="{96DAC541-7B7A-43D3-8B79-37D633B846F1}">
                <asvg:svgBlip xmlns:asvg="http://schemas.microsoft.com/office/drawing/2016/SVG/main" r:embed="rId41"/>
              </a:ext>
            </a:extLst>
          </a:blip>
          <a:stretch>
            <a:fillRect/>
          </a:stretch>
        </p:blipFill>
        <p:spPr>
          <a:xfrm>
            <a:off x="7997825" y="3465195"/>
            <a:ext cx="396240" cy="396240"/>
          </a:xfrm>
          <a:prstGeom prst="rect">
            <a:avLst/>
          </a:prstGeom>
        </p:spPr>
      </p:pic>
      <p:pic>
        <p:nvPicPr>
          <p:cNvPr id="34" name="图片 33" descr="钣金加工"/>
          <p:cNvPicPr>
            <a:picLocks noChangeAspect="1"/>
          </p:cNvPicPr>
          <p:nvPr/>
        </p:nvPicPr>
        <p:blipFill>
          <a:blip r:embed="rId35">
            <a:extLst>
              <a:ext uri="{96DAC541-7B7A-43D3-8B79-37D633B846F1}">
                <asvg:svgBlip xmlns:asvg="http://schemas.microsoft.com/office/drawing/2016/SVG/main" r:embed="rId42"/>
              </a:ext>
            </a:extLst>
          </a:blip>
          <a:stretch>
            <a:fillRect/>
          </a:stretch>
        </p:blipFill>
        <p:spPr>
          <a:xfrm>
            <a:off x="8249920" y="4676458"/>
            <a:ext cx="508000" cy="3600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椭圆 15"/>
          <p:cNvSpPr/>
          <p:nvPr/>
        </p:nvSpPr>
        <p:spPr>
          <a:xfrm>
            <a:off x="1854835" y="2058670"/>
            <a:ext cx="8464550" cy="8465185"/>
          </a:xfrm>
          <a:prstGeom prst="ellipse">
            <a:avLst/>
          </a:prstGeom>
          <a:solidFill>
            <a:schemeClr val="tx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5" name="椭圆 14"/>
          <p:cNvSpPr/>
          <p:nvPr/>
        </p:nvSpPr>
        <p:spPr>
          <a:xfrm>
            <a:off x="2576830" y="2780665"/>
            <a:ext cx="7019925" cy="7019925"/>
          </a:xfrm>
          <a:prstGeom prst="ellipse">
            <a:avLst/>
          </a:prstGeom>
          <a:solidFill>
            <a:schemeClr val="tx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9" name="椭圆 8"/>
          <p:cNvSpPr/>
          <p:nvPr/>
        </p:nvSpPr>
        <p:spPr>
          <a:xfrm>
            <a:off x="3206750" y="3410585"/>
            <a:ext cx="5760085" cy="5760085"/>
          </a:xfrm>
          <a:prstGeom prst="ellipse">
            <a:avLst/>
          </a:prstGeom>
          <a:solidFill>
            <a:schemeClr val="tx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椭圆 3"/>
          <p:cNvSpPr/>
          <p:nvPr/>
        </p:nvSpPr>
        <p:spPr>
          <a:xfrm>
            <a:off x="3746500" y="3950335"/>
            <a:ext cx="4679950" cy="4679950"/>
          </a:xfrm>
          <a:prstGeom prst="ellipse">
            <a:avLst/>
          </a:prstGeom>
          <a:gradFill>
            <a:gsLst>
              <a:gs pos="0">
                <a:srgbClr val="AAEBE3">
                  <a:alpha val="39000"/>
                </a:srgbClr>
              </a:gs>
              <a:gs pos="32000">
                <a:srgbClr val="67CAC3">
                  <a:alpha val="100000"/>
                </a:srgbClr>
              </a:gs>
              <a:gs pos="81000">
                <a:srgbClr val="0FAF9B"/>
              </a:gs>
            </a:gsLst>
            <a:lin ang="7500000" scaled="0"/>
          </a:gradFill>
          <a:ln w="6055" cap="flat">
            <a:noFill/>
            <a:prstDash val="solid"/>
            <a:miter/>
          </a:ln>
        </p:spPr>
        <p:txBody>
          <a:bodyPr wrap="square" lIns="108000" tIns="108000" rIns="108000" bIns="108000" rtlCol="0" anchor="ctr">
            <a:noAutofit/>
          </a:bodyPr>
          <a:lstStyle/>
          <a:p>
            <a:pPr lvl="0" algn="ctr">
              <a:buClrTx/>
              <a:buSzTx/>
              <a:buFontTx/>
            </a:pPr>
            <a:endParaRPr lang="zh-CN" altLang="en-US">
              <a:latin typeface="Arial" panose="020B0604020202020204" pitchFamily="34" charset="0"/>
              <a:ea typeface="思源黑体 CN Regular" panose="020B0500000000000000" charset="-122"/>
              <a:sym typeface="+mn-ea"/>
            </a:endParaRPr>
          </a:p>
        </p:txBody>
      </p:sp>
      <p:sp>
        <p:nvSpPr>
          <p:cNvPr id="34" name="TextBox 131"/>
          <p:cNvSpPr txBox="1"/>
          <p:nvPr/>
        </p:nvSpPr>
        <p:spPr>
          <a:xfrm>
            <a:off x="4089718" y="4733290"/>
            <a:ext cx="3994150" cy="1613535"/>
          </a:xfrm>
          <a:prstGeom prst="rect">
            <a:avLst/>
          </a:prstGeom>
          <a:noFill/>
        </p:spPr>
        <p:txBody>
          <a:bodyPr wrap="square" lIns="91150" tIns="45574" rIns="91150" bIns="4557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5390" fontAlgn="auto">
              <a:lnSpc>
                <a:spcPct val="90000"/>
              </a:lnSpc>
              <a:spcBef>
                <a:spcPts val="0"/>
              </a:spcBef>
              <a:spcAft>
                <a:spcPts val="0"/>
              </a:spcAft>
              <a:defRPr/>
            </a:pPr>
            <a:r>
              <a:rPr lang="en-US" altLang="zh-CN" sz="5500" kern="0" dirty="0">
                <a:solidFill>
                  <a:schemeClr val="bg1"/>
                </a:solidFill>
                <a:latin typeface="Arial" panose="020B0604020202020204" pitchFamily="34" charset="0"/>
                <a:ea typeface="思源黑体 CN Regular" panose="020B0500000000000000" charset="-122"/>
                <a:cs typeface="Arial" panose="020B0604020202020204" pitchFamily="34" charset="0"/>
                <a:sym typeface="+mn-ea"/>
              </a:rPr>
              <a:t>B</a:t>
            </a:r>
            <a:r>
              <a:rPr lang="zh-CN" altLang="en-US" sz="5500" kern="0" dirty="0">
                <a:solidFill>
                  <a:schemeClr val="bg1"/>
                </a:solidFill>
                <a:latin typeface="Arial" panose="020B0604020202020204" pitchFamily="34" charset="0"/>
                <a:ea typeface="思源黑体 CN Regular" panose="020B0500000000000000" charset="-122"/>
                <a:cs typeface="Arial" panose="020B0604020202020204" pitchFamily="34" charset="0"/>
                <a:sym typeface="+mn-ea"/>
              </a:rPr>
              <a:t>est</a:t>
            </a:r>
            <a:r>
              <a:rPr lang="en-US" altLang="zh-CN" sz="5500" kern="0" dirty="0">
                <a:solidFill>
                  <a:schemeClr val="bg1"/>
                </a:solidFill>
                <a:latin typeface="Arial" panose="020B0604020202020204" pitchFamily="34" charset="0"/>
                <a:ea typeface="思源黑体 CN Regular" panose="020B0500000000000000" charset="-122"/>
                <a:cs typeface="Arial" panose="020B0604020202020204" pitchFamily="34" charset="0"/>
                <a:sym typeface="+mn-ea"/>
              </a:rPr>
              <a:t> </a:t>
            </a:r>
            <a:endParaRPr lang="en-US" altLang="zh-CN" sz="5500" kern="0" dirty="0">
              <a:solidFill>
                <a:schemeClr val="bg1"/>
              </a:solidFill>
              <a:latin typeface="Arial" panose="020B0604020202020204" pitchFamily="34" charset="0"/>
              <a:ea typeface="思源黑体 CN Regular" panose="020B0500000000000000" charset="-122"/>
              <a:cs typeface="Arial" panose="020B0604020202020204" pitchFamily="34" charset="0"/>
              <a:sym typeface="+mn-ea"/>
            </a:endParaRPr>
          </a:p>
          <a:p>
            <a:pPr algn="ctr" defTabSz="1215390" fontAlgn="auto">
              <a:lnSpc>
                <a:spcPct val="90000"/>
              </a:lnSpc>
              <a:spcBef>
                <a:spcPts val="0"/>
              </a:spcBef>
              <a:spcAft>
                <a:spcPts val="0"/>
              </a:spcAft>
              <a:defRPr/>
            </a:pPr>
            <a:r>
              <a:rPr lang="en-US" altLang="zh-CN" sz="5500" kern="0" dirty="0">
                <a:solidFill>
                  <a:schemeClr val="bg1"/>
                </a:solidFill>
                <a:latin typeface="Arial" panose="020B0604020202020204" pitchFamily="34" charset="0"/>
                <a:ea typeface="思源黑体 CN Regular" panose="020B0500000000000000" charset="-122"/>
                <a:cs typeface="Arial" panose="020B0604020202020204" pitchFamily="34" charset="0"/>
                <a:sym typeface="+mn-ea"/>
              </a:rPr>
              <a:t>C</a:t>
            </a:r>
            <a:r>
              <a:rPr lang="zh-CN" altLang="en-US" sz="5500" kern="0" dirty="0">
                <a:solidFill>
                  <a:schemeClr val="bg1"/>
                </a:solidFill>
                <a:latin typeface="Arial" panose="020B0604020202020204" pitchFamily="34" charset="0"/>
                <a:ea typeface="思源黑体 CN Regular" panose="020B0500000000000000" charset="-122"/>
                <a:cs typeface="Arial" panose="020B0604020202020204" pitchFamily="34" charset="0"/>
                <a:sym typeface="+mn-ea"/>
              </a:rPr>
              <a:t>hoice</a:t>
            </a:r>
            <a:endParaRPr lang="zh-CN" altLang="en-US" sz="5500" kern="0" dirty="0">
              <a:solidFill>
                <a:schemeClr val="bg1"/>
              </a:solidFill>
              <a:latin typeface="Arial" panose="020B0604020202020204" pitchFamily="34" charset="0"/>
              <a:ea typeface="思源黑体 CN Regular" panose="020B0500000000000000" charset="-122"/>
              <a:cs typeface="Arial" panose="020B0604020202020204" pitchFamily="34" charset="0"/>
              <a:sym typeface="+mn-ea"/>
            </a:endParaRPr>
          </a:p>
        </p:txBody>
      </p:sp>
      <p:sp>
        <p:nvSpPr>
          <p:cNvPr id="29" name="椭圆 28"/>
          <p:cNvSpPr/>
          <p:nvPr>
            <p:custDataLst>
              <p:tags r:id="rId1"/>
            </p:custDataLst>
          </p:nvPr>
        </p:nvSpPr>
        <p:spPr>
          <a:xfrm>
            <a:off x="2787015" y="3163570"/>
            <a:ext cx="540000" cy="540000"/>
          </a:xfrm>
          <a:prstGeom prst="ellipse">
            <a:avLst/>
          </a:prstGeom>
          <a:solidFill>
            <a:srgbClr val="FF841E"/>
          </a:solidFill>
          <a:ln w="28575">
            <a:solidFill>
              <a:schemeClr val="bg1"/>
            </a:solidFill>
          </a:ln>
          <a:effectLst>
            <a:outerShdw blurRad="50800" dist="381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思源黑体 CN Regular" panose="020B0500000000000000" charset="-122"/>
              <a:ea typeface="思源黑体 CN Regular" panose="020B0500000000000000" charset="-122"/>
            </a:endParaRPr>
          </a:p>
        </p:txBody>
      </p:sp>
      <p:sp>
        <p:nvSpPr>
          <p:cNvPr id="49" name="TextBox 131"/>
          <p:cNvSpPr txBox="1"/>
          <p:nvPr>
            <p:custDataLst>
              <p:tags r:id="rId2"/>
            </p:custDataLst>
          </p:nvPr>
        </p:nvSpPr>
        <p:spPr>
          <a:xfrm>
            <a:off x="2882707" y="3204017"/>
            <a:ext cx="348615" cy="459105"/>
          </a:xfrm>
          <a:prstGeom prst="rect">
            <a:avLst/>
          </a:prstGeom>
          <a:noFill/>
        </p:spPr>
        <p:txBody>
          <a:bodyPr wrap="square" lIns="91150" tIns="45574" rIns="91150" bIns="4557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5390" fontAlgn="auto">
              <a:spcBef>
                <a:spcPts val="0"/>
              </a:spcBef>
              <a:spcAft>
                <a:spcPts val="0"/>
              </a:spcAft>
              <a:defRPr/>
            </a:pPr>
            <a:r>
              <a:rPr lang="en-US" altLang="zh-CN" sz="2400" kern="0" dirty="0">
                <a:solidFill>
                  <a:schemeClr val="bg1"/>
                </a:solidFill>
                <a:latin typeface="Arial" panose="020B0604020202020204" pitchFamily="34" charset="0"/>
                <a:ea typeface="思源黑体 CN Bold" panose="020B0800000000000000" charset="-122"/>
                <a:cs typeface="Arial" panose="020B0604020202020204" pitchFamily="34" charset="0"/>
                <a:sym typeface="+mn-ea"/>
              </a:rPr>
              <a:t>2</a:t>
            </a:r>
            <a:endParaRPr lang="en-US" altLang="zh-CN" sz="2400" kern="0" dirty="0">
              <a:solidFill>
                <a:schemeClr val="bg1"/>
              </a:solidFill>
              <a:latin typeface="Arial" panose="020B0604020202020204" pitchFamily="34" charset="0"/>
              <a:ea typeface="思源黑体 CN Bold" panose="020B0800000000000000" charset="-122"/>
              <a:cs typeface="Arial" panose="020B0604020202020204" pitchFamily="34" charset="0"/>
              <a:sym typeface="+mn-ea"/>
            </a:endParaRPr>
          </a:p>
        </p:txBody>
      </p:sp>
      <p:sp>
        <p:nvSpPr>
          <p:cNvPr id="57" name="TextBox 131"/>
          <p:cNvSpPr txBox="1"/>
          <p:nvPr>
            <p:custDataLst>
              <p:tags r:id="rId3"/>
            </p:custDataLst>
          </p:nvPr>
        </p:nvSpPr>
        <p:spPr>
          <a:xfrm>
            <a:off x="1531620" y="2397760"/>
            <a:ext cx="2190115" cy="767080"/>
          </a:xfrm>
          <a:prstGeom prst="rect">
            <a:avLst/>
          </a:prstGeom>
          <a:noFill/>
        </p:spPr>
        <p:txBody>
          <a:bodyPr wrap="square" lIns="91150" tIns="45574" rIns="91150" bIns="4557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5390" fontAlgn="auto">
              <a:spcBef>
                <a:spcPts val="0"/>
              </a:spcBef>
              <a:spcAft>
                <a:spcPts val="0"/>
              </a:spcAft>
              <a:defRPr/>
            </a:pPr>
            <a:r>
              <a:rPr lang="zh-CN" altLang="en-US" sz="2200" kern="0" dirty="0">
                <a:latin typeface="思源黑体 CN Bold" panose="020B0800000000000000" charset="-122"/>
                <a:ea typeface="思源黑体 CN Bold" panose="020B0800000000000000" charset="-122"/>
                <a:sym typeface="+mn-ea"/>
              </a:rPr>
              <a:t>输入</a:t>
            </a:r>
            <a:endParaRPr lang="zh-CN" altLang="en-US" sz="2200" kern="0" dirty="0">
              <a:solidFill>
                <a:schemeClr val="tx1"/>
              </a:solidFill>
              <a:latin typeface="思源黑体 CN Bold" panose="020B0800000000000000" charset="-122"/>
              <a:ea typeface="思源黑体 CN Bold" panose="020B0800000000000000" charset="-122"/>
              <a:sym typeface="+mn-ea"/>
            </a:endParaRPr>
          </a:p>
          <a:p>
            <a:pPr algn="ctr" defTabSz="1215390" fontAlgn="auto">
              <a:spcBef>
                <a:spcPts val="0"/>
              </a:spcBef>
              <a:spcAft>
                <a:spcPts val="0"/>
              </a:spcAft>
              <a:defRPr/>
            </a:pPr>
            <a:r>
              <a:rPr lang="zh-CN" altLang="en-US" sz="2200" kern="0" dirty="0">
                <a:latin typeface="思源黑体 CN Bold" panose="020B0800000000000000" charset="-122"/>
                <a:ea typeface="思源黑体 CN Bold" panose="020B0800000000000000" charset="-122"/>
                <a:sym typeface="+mn-ea"/>
              </a:rPr>
              <a:t>你的优势</a:t>
            </a:r>
            <a:endParaRPr lang="zh-CN" altLang="en-US" sz="2200" kern="0" dirty="0">
              <a:solidFill>
                <a:schemeClr val="tx1"/>
              </a:solidFill>
              <a:latin typeface="思源黑体 CN Bold" panose="020B0800000000000000" charset="-122"/>
              <a:ea typeface="思源黑体 CN Bold" panose="020B0800000000000000" charset="-122"/>
              <a:sym typeface="+mn-ea"/>
            </a:endParaRPr>
          </a:p>
        </p:txBody>
      </p:sp>
      <p:sp>
        <p:nvSpPr>
          <p:cNvPr id="30" name="椭圆 29"/>
          <p:cNvSpPr/>
          <p:nvPr>
            <p:custDataLst>
              <p:tags r:id="rId4"/>
            </p:custDataLst>
          </p:nvPr>
        </p:nvSpPr>
        <p:spPr>
          <a:xfrm>
            <a:off x="8943340" y="3163570"/>
            <a:ext cx="540000" cy="540000"/>
          </a:xfrm>
          <a:prstGeom prst="ellipse">
            <a:avLst/>
          </a:prstGeom>
          <a:solidFill>
            <a:srgbClr val="0FAF9B"/>
          </a:solidFill>
          <a:ln w="28575">
            <a:solidFill>
              <a:schemeClr val="bg1"/>
            </a:solidFill>
          </a:ln>
          <a:effectLst>
            <a:outerShdw blurRad="50800" dist="381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1" name="TextBox 131"/>
          <p:cNvSpPr txBox="1"/>
          <p:nvPr>
            <p:custDataLst>
              <p:tags r:id="rId5"/>
            </p:custDataLst>
          </p:nvPr>
        </p:nvSpPr>
        <p:spPr>
          <a:xfrm>
            <a:off x="9039032" y="3204017"/>
            <a:ext cx="348615" cy="459105"/>
          </a:xfrm>
          <a:prstGeom prst="rect">
            <a:avLst/>
          </a:prstGeom>
          <a:noFill/>
        </p:spPr>
        <p:txBody>
          <a:bodyPr wrap="square" lIns="91150" tIns="45574" rIns="91150" bIns="4557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5390" fontAlgn="auto">
              <a:spcBef>
                <a:spcPts val="0"/>
              </a:spcBef>
              <a:spcAft>
                <a:spcPts val="0"/>
              </a:spcAft>
              <a:defRPr/>
            </a:pPr>
            <a:r>
              <a:rPr lang="en-US" altLang="zh-CN" sz="2400" kern="0" dirty="0">
                <a:solidFill>
                  <a:schemeClr val="bg1"/>
                </a:solidFill>
                <a:latin typeface="Arial" panose="020B0604020202020204" pitchFamily="34" charset="0"/>
                <a:ea typeface="思源黑体 CN Bold" panose="020B0800000000000000" charset="-122"/>
                <a:cs typeface="Arial" panose="020B0604020202020204" pitchFamily="34" charset="0"/>
                <a:sym typeface="+mn-ea"/>
              </a:rPr>
              <a:t>5</a:t>
            </a:r>
            <a:endParaRPr lang="en-US" altLang="zh-CN" sz="2400" kern="0" dirty="0">
              <a:solidFill>
                <a:schemeClr val="bg1"/>
              </a:solidFill>
              <a:latin typeface="Arial" panose="020B0604020202020204" pitchFamily="34" charset="0"/>
              <a:ea typeface="思源黑体 CN Bold" panose="020B0800000000000000" charset="-122"/>
              <a:cs typeface="Arial" panose="020B0604020202020204" pitchFamily="34" charset="0"/>
              <a:sym typeface="+mn-ea"/>
            </a:endParaRPr>
          </a:p>
        </p:txBody>
      </p:sp>
      <p:sp>
        <p:nvSpPr>
          <p:cNvPr id="59" name="TextBox 131"/>
          <p:cNvSpPr txBox="1"/>
          <p:nvPr>
            <p:custDataLst>
              <p:tags r:id="rId6"/>
            </p:custDataLst>
          </p:nvPr>
        </p:nvSpPr>
        <p:spPr>
          <a:xfrm>
            <a:off x="8895715" y="2395220"/>
            <a:ext cx="2105660" cy="767080"/>
          </a:xfrm>
          <a:prstGeom prst="rect">
            <a:avLst/>
          </a:prstGeom>
          <a:noFill/>
        </p:spPr>
        <p:txBody>
          <a:bodyPr wrap="square" lIns="91150" tIns="45574" rIns="91150" bIns="4557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5390" fontAlgn="auto">
              <a:spcBef>
                <a:spcPts val="0"/>
              </a:spcBef>
              <a:spcAft>
                <a:spcPts val="0"/>
              </a:spcAft>
              <a:defRPr/>
            </a:pPr>
            <a:r>
              <a:rPr lang="zh-CN" altLang="en-US" sz="2200" kern="0" dirty="0">
                <a:latin typeface="思源黑体 CN Bold" panose="020B0800000000000000" charset="-122"/>
                <a:ea typeface="思源黑体 CN Bold" panose="020B0800000000000000" charset="-122"/>
                <a:sym typeface="+mn-ea"/>
              </a:rPr>
              <a:t>输入</a:t>
            </a:r>
            <a:endParaRPr lang="zh-CN" altLang="en-US" sz="2200" kern="0" dirty="0">
              <a:solidFill>
                <a:schemeClr val="tx1"/>
              </a:solidFill>
              <a:latin typeface="思源黑体 CN Bold" panose="020B0800000000000000" charset="-122"/>
              <a:ea typeface="思源黑体 CN Bold" panose="020B0800000000000000" charset="-122"/>
              <a:sym typeface="+mn-ea"/>
            </a:endParaRPr>
          </a:p>
          <a:p>
            <a:pPr algn="ctr" defTabSz="1215390" fontAlgn="auto">
              <a:spcBef>
                <a:spcPts val="0"/>
              </a:spcBef>
              <a:spcAft>
                <a:spcPts val="0"/>
              </a:spcAft>
              <a:defRPr/>
            </a:pPr>
            <a:r>
              <a:rPr lang="zh-CN" altLang="en-US" sz="2200" kern="0" dirty="0">
                <a:latin typeface="思源黑体 CN Bold" panose="020B0800000000000000" charset="-122"/>
                <a:ea typeface="思源黑体 CN Bold" panose="020B0800000000000000" charset="-122"/>
                <a:sym typeface="+mn-ea"/>
              </a:rPr>
              <a:t>你的优势</a:t>
            </a:r>
            <a:endParaRPr lang="zh-CN" altLang="en-US" sz="2200" kern="0" dirty="0">
              <a:solidFill>
                <a:schemeClr val="tx1"/>
              </a:solidFill>
              <a:latin typeface="思源黑体 CN Bold" panose="020B0800000000000000" charset="-122"/>
              <a:ea typeface="思源黑体 CN Bold" panose="020B0800000000000000" charset="-122"/>
              <a:sym typeface="+mn-ea"/>
            </a:endParaRPr>
          </a:p>
        </p:txBody>
      </p:sp>
      <p:sp>
        <p:nvSpPr>
          <p:cNvPr id="31" name="椭圆 30"/>
          <p:cNvSpPr/>
          <p:nvPr>
            <p:custDataLst>
              <p:tags r:id="rId7"/>
            </p:custDataLst>
          </p:nvPr>
        </p:nvSpPr>
        <p:spPr>
          <a:xfrm>
            <a:off x="4417695" y="2000885"/>
            <a:ext cx="540000" cy="540000"/>
          </a:xfrm>
          <a:prstGeom prst="ellipse">
            <a:avLst/>
          </a:prstGeom>
          <a:solidFill>
            <a:srgbClr val="0FAF9B"/>
          </a:solidFill>
          <a:ln w="28575">
            <a:solidFill>
              <a:schemeClr val="bg1"/>
            </a:solidFill>
          </a:ln>
          <a:effectLst>
            <a:outerShdw blurRad="50800" dist="381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思源黑体 CN Regular" panose="020B0500000000000000" charset="-122"/>
              <a:ea typeface="思源黑体 CN Regular" panose="020B0500000000000000" charset="-122"/>
            </a:endParaRPr>
          </a:p>
        </p:txBody>
      </p:sp>
      <p:sp>
        <p:nvSpPr>
          <p:cNvPr id="50" name="TextBox 131"/>
          <p:cNvSpPr txBox="1"/>
          <p:nvPr>
            <p:custDataLst>
              <p:tags r:id="rId8"/>
            </p:custDataLst>
          </p:nvPr>
        </p:nvSpPr>
        <p:spPr>
          <a:xfrm>
            <a:off x="4513387" y="2041332"/>
            <a:ext cx="348615" cy="459105"/>
          </a:xfrm>
          <a:prstGeom prst="rect">
            <a:avLst/>
          </a:prstGeom>
          <a:noFill/>
        </p:spPr>
        <p:txBody>
          <a:bodyPr wrap="square" lIns="91150" tIns="45574" rIns="91150" bIns="4557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5390" fontAlgn="auto">
              <a:spcBef>
                <a:spcPts val="0"/>
              </a:spcBef>
              <a:spcAft>
                <a:spcPts val="0"/>
              </a:spcAft>
              <a:defRPr/>
            </a:pPr>
            <a:r>
              <a:rPr lang="en-US" altLang="zh-CN" sz="2400" kern="0" dirty="0">
                <a:solidFill>
                  <a:schemeClr val="bg1"/>
                </a:solidFill>
                <a:latin typeface="Arial" panose="020B0604020202020204" pitchFamily="34" charset="0"/>
                <a:ea typeface="思源黑体 CN Bold" panose="020B0800000000000000" charset="-122"/>
                <a:cs typeface="Arial" panose="020B0604020202020204" pitchFamily="34" charset="0"/>
                <a:sym typeface="+mn-ea"/>
              </a:rPr>
              <a:t>3</a:t>
            </a:r>
            <a:endParaRPr lang="en-US" altLang="zh-CN" sz="2400" kern="0" dirty="0">
              <a:solidFill>
                <a:schemeClr val="bg1"/>
              </a:solidFill>
              <a:latin typeface="Arial" panose="020B0604020202020204" pitchFamily="34" charset="0"/>
              <a:ea typeface="思源黑体 CN Bold" panose="020B0800000000000000" charset="-122"/>
              <a:cs typeface="Arial" panose="020B0604020202020204" pitchFamily="34" charset="0"/>
              <a:sym typeface="+mn-ea"/>
            </a:endParaRPr>
          </a:p>
        </p:txBody>
      </p:sp>
      <p:sp>
        <p:nvSpPr>
          <p:cNvPr id="58" name="TextBox 131"/>
          <p:cNvSpPr txBox="1"/>
          <p:nvPr>
            <p:custDataLst>
              <p:tags r:id="rId9"/>
            </p:custDataLst>
          </p:nvPr>
        </p:nvSpPr>
        <p:spPr>
          <a:xfrm>
            <a:off x="3610293" y="1245870"/>
            <a:ext cx="2109470" cy="767080"/>
          </a:xfrm>
          <a:prstGeom prst="rect">
            <a:avLst/>
          </a:prstGeom>
          <a:noFill/>
        </p:spPr>
        <p:txBody>
          <a:bodyPr wrap="square" lIns="91150" tIns="45574" rIns="91150" bIns="4557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5390" fontAlgn="auto">
              <a:spcBef>
                <a:spcPts val="0"/>
              </a:spcBef>
              <a:spcAft>
                <a:spcPts val="0"/>
              </a:spcAft>
              <a:defRPr/>
            </a:pPr>
            <a:r>
              <a:rPr lang="zh-CN" altLang="en-US" sz="2200" kern="0" dirty="0">
                <a:latin typeface="思源黑体 CN Bold" panose="020B0800000000000000" charset="-122"/>
                <a:ea typeface="思源黑体 CN Bold" panose="020B0800000000000000" charset="-122"/>
                <a:sym typeface="+mn-ea"/>
              </a:rPr>
              <a:t>输入</a:t>
            </a:r>
            <a:endParaRPr lang="zh-CN" altLang="en-US" sz="2200" kern="0" dirty="0">
              <a:solidFill>
                <a:schemeClr val="tx1"/>
              </a:solidFill>
              <a:latin typeface="思源黑体 CN Bold" panose="020B0800000000000000" charset="-122"/>
              <a:ea typeface="思源黑体 CN Bold" panose="020B0800000000000000" charset="-122"/>
              <a:sym typeface="+mn-ea"/>
            </a:endParaRPr>
          </a:p>
          <a:p>
            <a:pPr algn="ctr" defTabSz="1215390" fontAlgn="auto">
              <a:spcBef>
                <a:spcPts val="0"/>
              </a:spcBef>
              <a:spcAft>
                <a:spcPts val="0"/>
              </a:spcAft>
              <a:defRPr/>
            </a:pPr>
            <a:r>
              <a:rPr lang="zh-CN" altLang="en-US" sz="2200" kern="0" dirty="0">
                <a:latin typeface="思源黑体 CN Bold" panose="020B0800000000000000" charset="-122"/>
                <a:ea typeface="思源黑体 CN Bold" panose="020B0800000000000000" charset="-122"/>
                <a:sym typeface="+mn-ea"/>
              </a:rPr>
              <a:t>你的优势</a:t>
            </a:r>
            <a:endParaRPr lang="zh-CN" altLang="en-US" sz="2200" kern="0" dirty="0">
              <a:solidFill>
                <a:schemeClr val="tx1"/>
              </a:solidFill>
              <a:latin typeface="思源黑体 CN Bold" panose="020B0800000000000000" charset="-122"/>
              <a:ea typeface="思源黑体 CN Bold" panose="020B0800000000000000" charset="-122"/>
              <a:sym typeface="+mn-ea"/>
            </a:endParaRPr>
          </a:p>
        </p:txBody>
      </p:sp>
      <p:sp>
        <p:nvSpPr>
          <p:cNvPr id="46" name="TextBox 131"/>
          <p:cNvSpPr txBox="1"/>
          <p:nvPr>
            <p:custDataLst>
              <p:tags r:id="rId10"/>
            </p:custDataLst>
          </p:nvPr>
        </p:nvSpPr>
        <p:spPr>
          <a:xfrm>
            <a:off x="6310630" y="1189990"/>
            <a:ext cx="2292985" cy="767080"/>
          </a:xfrm>
          <a:prstGeom prst="rect">
            <a:avLst/>
          </a:prstGeom>
          <a:noFill/>
        </p:spPr>
        <p:txBody>
          <a:bodyPr wrap="square" lIns="91150" tIns="45574" rIns="91150" bIns="4557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5390" fontAlgn="auto">
              <a:spcBef>
                <a:spcPts val="0"/>
              </a:spcBef>
              <a:spcAft>
                <a:spcPts val="0"/>
              </a:spcAft>
              <a:defRPr/>
            </a:pPr>
            <a:r>
              <a:rPr lang="zh-CN" altLang="en-US" sz="2200" kern="0" dirty="0">
                <a:latin typeface="思源黑体 CN Bold" panose="020B0800000000000000" charset="-122"/>
                <a:ea typeface="思源黑体 CN Bold" panose="020B0800000000000000" charset="-122"/>
                <a:sym typeface="+mn-ea"/>
              </a:rPr>
              <a:t>输入</a:t>
            </a:r>
            <a:endParaRPr lang="zh-CN" altLang="en-US" sz="2200" kern="0" dirty="0">
              <a:solidFill>
                <a:schemeClr val="tx1"/>
              </a:solidFill>
              <a:latin typeface="思源黑体 CN Bold" panose="020B0800000000000000" charset="-122"/>
              <a:ea typeface="思源黑体 CN Bold" panose="020B0800000000000000" charset="-122"/>
              <a:sym typeface="+mn-ea"/>
            </a:endParaRPr>
          </a:p>
          <a:p>
            <a:pPr algn="ctr" defTabSz="1215390" fontAlgn="auto">
              <a:spcBef>
                <a:spcPts val="0"/>
              </a:spcBef>
              <a:spcAft>
                <a:spcPts val="0"/>
              </a:spcAft>
              <a:defRPr/>
            </a:pPr>
            <a:r>
              <a:rPr lang="zh-CN" altLang="en-US" sz="2200" kern="0" dirty="0">
                <a:latin typeface="思源黑体 CN Bold" panose="020B0800000000000000" charset="-122"/>
                <a:ea typeface="思源黑体 CN Bold" panose="020B0800000000000000" charset="-122"/>
                <a:sym typeface="+mn-ea"/>
              </a:rPr>
              <a:t>你的优势</a:t>
            </a:r>
            <a:endParaRPr lang="zh-CN" altLang="en-US" sz="2200" kern="0" dirty="0">
              <a:solidFill>
                <a:schemeClr val="tx1"/>
              </a:solidFill>
              <a:latin typeface="思源黑体 CN Bold" panose="020B0800000000000000" charset="-122"/>
              <a:ea typeface="思源黑体 CN Bold" panose="020B0800000000000000" charset="-122"/>
              <a:sym typeface="+mn-ea"/>
            </a:endParaRPr>
          </a:p>
        </p:txBody>
      </p:sp>
      <p:sp>
        <p:nvSpPr>
          <p:cNvPr id="32" name="椭圆 31"/>
          <p:cNvSpPr/>
          <p:nvPr>
            <p:custDataLst>
              <p:tags r:id="rId11"/>
            </p:custDataLst>
          </p:nvPr>
        </p:nvSpPr>
        <p:spPr>
          <a:xfrm>
            <a:off x="7209790" y="2000885"/>
            <a:ext cx="540000" cy="540000"/>
          </a:xfrm>
          <a:prstGeom prst="ellipse">
            <a:avLst/>
          </a:prstGeom>
          <a:solidFill>
            <a:srgbClr val="5BBDE1"/>
          </a:solidFill>
          <a:ln w="31750">
            <a:solidFill>
              <a:schemeClr val="bg1"/>
            </a:solidFill>
          </a:ln>
          <a:effectLst>
            <a:outerShdw blurRad="50800" dist="381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7" name="TextBox 131"/>
          <p:cNvSpPr txBox="1"/>
          <p:nvPr>
            <p:custDataLst>
              <p:tags r:id="rId12"/>
            </p:custDataLst>
          </p:nvPr>
        </p:nvSpPr>
        <p:spPr>
          <a:xfrm>
            <a:off x="7305482" y="2041332"/>
            <a:ext cx="348615" cy="459105"/>
          </a:xfrm>
          <a:prstGeom prst="rect">
            <a:avLst/>
          </a:prstGeom>
          <a:noFill/>
        </p:spPr>
        <p:txBody>
          <a:bodyPr wrap="square" lIns="91150" tIns="45574" rIns="91150" bIns="4557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5390" fontAlgn="auto">
              <a:spcBef>
                <a:spcPts val="0"/>
              </a:spcBef>
              <a:spcAft>
                <a:spcPts val="0"/>
              </a:spcAft>
              <a:defRPr/>
            </a:pPr>
            <a:r>
              <a:rPr lang="en-US" altLang="zh-CN" sz="2400" kern="0" dirty="0">
                <a:solidFill>
                  <a:schemeClr val="bg1"/>
                </a:solidFill>
                <a:latin typeface="Arial" panose="020B0604020202020204" pitchFamily="34" charset="0"/>
                <a:ea typeface="思源黑体 CN Bold" panose="020B0800000000000000" charset="-122"/>
                <a:cs typeface="Arial" panose="020B0604020202020204" pitchFamily="34" charset="0"/>
                <a:sym typeface="+mn-ea"/>
              </a:rPr>
              <a:t>4</a:t>
            </a:r>
            <a:endParaRPr lang="en-US" altLang="zh-CN" sz="2400" kern="0" dirty="0">
              <a:solidFill>
                <a:schemeClr val="bg1"/>
              </a:solidFill>
              <a:latin typeface="Arial" panose="020B0604020202020204" pitchFamily="34" charset="0"/>
              <a:ea typeface="思源黑体 CN Bold" panose="020B0800000000000000" charset="-122"/>
              <a:cs typeface="Arial" panose="020B0604020202020204" pitchFamily="34" charset="0"/>
              <a:sym typeface="+mn-ea"/>
            </a:endParaRPr>
          </a:p>
        </p:txBody>
      </p:sp>
      <p:sp>
        <p:nvSpPr>
          <p:cNvPr id="26" name="椭圆 25"/>
          <p:cNvSpPr/>
          <p:nvPr>
            <p:custDataLst>
              <p:tags r:id="rId13"/>
            </p:custDataLst>
          </p:nvPr>
        </p:nvSpPr>
        <p:spPr>
          <a:xfrm>
            <a:off x="1711960" y="4920173"/>
            <a:ext cx="540000" cy="540000"/>
          </a:xfrm>
          <a:prstGeom prst="ellipse">
            <a:avLst/>
          </a:prstGeom>
          <a:solidFill>
            <a:srgbClr val="5BBDE1"/>
          </a:solidFill>
          <a:ln w="28575">
            <a:solidFill>
              <a:schemeClr val="bg1"/>
            </a:solidFill>
          </a:ln>
          <a:effectLst>
            <a:outerShdw blurRad="50800" dist="381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 name="TextBox 131"/>
          <p:cNvSpPr txBox="1"/>
          <p:nvPr>
            <p:custDataLst>
              <p:tags r:id="rId14"/>
            </p:custDataLst>
          </p:nvPr>
        </p:nvSpPr>
        <p:spPr>
          <a:xfrm>
            <a:off x="1807652" y="4960620"/>
            <a:ext cx="348615" cy="459105"/>
          </a:xfrm>
          <a:prstGeom prst="rect">
            <a:avLst/>
          </a:prstGeom>
          <a:noFill/>
        </p:spPr>
        <p:txBody>
          <a:bodyPr wrap="square" lIns="91150" tIns="45574" rIns="91150" bIns="4557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5390" fontAlgn="auto">
              <a:spcBef>
                <a:spcPts val="0"/>
              </a:spcBef>
              <a:spcAft>
                <a:spcPts val="0"/>
              </a:spcAft>
              <a:defRPr/>
            </a:pPr>
            <a:r>
              <a:rPr lang="en-US" altLang="zh-CN" sz="2400" kern="0" dirty="0">
                <a:solidFill>
                  <a:schemeClr val="bg1"/>
                </a:solidFill>
                <a:latin typeface="Arial" panose="020B0604020202020204" pitchFamily="34" charset="0"/>
                <a:ea typeface="思源黑体 CN Bold" panose="020B0800000000000000" charset="-122"/>
                <a:cs typeface="Arial" panose="020B0604020202020204" pitchFamily="34" charset="0"/>
                <a:sym typeface="+mn-ea"/>
              </a:rPr>
              <a:t>1</a:t>
            </a:r>
            <a:endParaRPr lang="en-US" altLang="zh-CN" sz="2400" kern="0" dirty="0">
              <a:solidFill>
                <a:schemeClr val="bg1"/>
              </a:solidFill>
              <a:latin typeface="Arial" panose="020B0604020202020204" pitchFamily="34" charset="0"/>
              <a:ea typeface="思源黑体 CN Bold" panose="020B0800000000000000" charset="-122"/>
              <a:cs typeface="Arial" panose="020B0604020202020204" pitchFamily="34" charset="0"/>
              <a:sym typeface="+mn-ea"/>
            </a:endParaRPr>
          </a:p>
        </p:txBody>
      </p:sp>
      <p:sp>
        <p:nvSpPr>
          <p:cNvPr id="54" name="TextBox 131"/>
          <p:cNvSpPr txBox="1"/>
          <p:nvPr>
            <p:custDataLst>
              <p:tags r:id="rId15"/>
            </p:custDataLst>
          </p:nvPr>
        </p:nvSpPr>
        <p:spPr>
          <a:xfrm>
            <a:off x="579120" y="4104640"/>
            <a:ext cx="2094230" cy="767080"/>
          </a:xfrm>
          <a:prstGeom prst="rect">
            <a:avLst/>
          </a:prstGeom>
          <a:noFill/>
        </p:spPr>
        <p:txBody>
          <a:bodyPr wrap="square" lIns="91150" tIns="45574" rIns="91150" bIns="4557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5390" fontAlgn="auto">
              <a:spcBef>
                <a:spcPts val="0"/>
              </a:spcBef>
              <a:spcAft>
                <a:spcPts val="0"/>
              </a:spcAft>
              <a:defRPr/>
            </a:pPr>
            <a:r>
              <a:rPr lang="zh-CN" altLang="en-US" sz="2200" kern="0" dirty="0">
                <a:solidFill>
                  <a:schemeClr val="tx1"/>
                </a:solidFill>
                <a:latin typeface="思源黑体 CN Bold" panose="020B0800000000000000" charset="-122"/>
                <a:ea typeface="思源黑体 CN Bold" panose="020B0800000000000000" charset="-122"/>
                <a:sym typeface="+mn-ea"/>
              </a:rPr>
              <a:t>输入</a:t>
            </a:r>
            <a:endParaRPr lang="zh-CN" altLang="en-US" sz="2200" kern="0" dirty="0">
              <a:solidFill>
                <a:schemeClr val="tx1"/>
              </a:solidFill>
              <a:latin typeface="思源黑体 CN Bold" panose="020B0800000000000000" charset="-122"/>
              <a:ea typeface="思源黑体 CN Bold" panose="020B0800000000000000" charset="-122"/>
              <a:sym typeface="+mn-ea"/>
            </a:endParaRPr>
          </a:p>
          <a:p>
            <a:pPr algn="ctr" defTabSz="1215390" fontAlgn="auto">
              <a:spcBef>
                <a:spcPts val="0"/>
              </a:spcBef>
              <a:spcAft>
                <a:spcPts val="0"/>
              </a:spcAft>
              <a:defRPr/>
            </a:pPr>
            <a:r>
              <a:rPr lang="zh-CN" altLang="en-US" sz="2200" kern="0" dirty="0">
                <a:solidFill>
                  <a:schemeClr val="tx1"/>
                </a:solidFill>
                <a:latin typeface="思源黑体 CN Bold" panose="020B0800000000000000" charset="-122"/>
                <a:ea typeface="思源黑体 CN Bold" panose="020B0800000000000000" charset="-122"/>
                <a:sym typeface="+mn-ea"/>
              </a:rPr>
              <a:t>你的优势</a:t>
            </a:r>
            <a:endParaRPr lang="zh-CN" altLang="en-US" sz="2200" kern="0" dirty="0">
              <a:solidFill>
                <a:schemeClr val="tx1"/>
              </a:solidFill>
              <a:latin typeface="思源黑体 CN Bold" panose="020B0800000000000000" charset="-122"/>
              <a:ea typeface="思源黑体 CN Bold" panose="020B0800000000000000" charset="-122"/>
              <a:sym typeface="+mn-ea"/>
            </a:endParaRPr>
          </a:p>
        </p:txBody>
      </p:sp>
      <p:sp>
        <p:nvSpPr>
          <p:cNvPr id="28" name="椭圆 27"/>
          <p:cNvSpPr/>
          <p:nvPr>
            <p:custDataLst>
              <p:tags r:id="rId16"/>
            </p:custDataLst>
          </p:nvPr>
        </p:nvSpPr>
        <p:spPr>
          <a:xfrm>
            <a:off x="9933305" y="4920615"/>
            <a:ext cx="540000" cy="540000"/>
          </a:xfrm>
          <a:prstGeom prst="ellipse">
            <a:avLst/>
          </a:prstGeom>
          <a:solidFill>
            <a:srgbClr val="FF841E"/>
          </a:solidFill>
          <a:ln w="28575">
            <a:solidFill>
              <a:schemeClr val="bg1"/>
            </a:solidFill>
          </a:ln>
          <a:effectLst>
            <a:outerShdw blurRad="50800" dist="381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思源黑体 CN Regular" panose="020B0500000000000000" charset="-122"/>
              <a:ea typeface="思源黑体 CN Regular" panose="020B0500000000000000" charset="-122"/>
            </a:endParaRPr>
          </a:p>
        </p:txBody>
      </p:sp>
      <p:sp>
        <p:nvSpPr>
          <p:cNvPr id="52" name="TextBox 131"/>
          <p:cNvSpPr txBox="1"/>
          <p:nvPr>
            <p:custDataLst>
              <p:tags r:id="rId17"/>
            </p:custDataLst>
          </p:nvPr>
        </p:nvSpPr>
        <p:spPr>
          <a:xfrm>
            <a:off x="10028997" y="4961062"/>
            <a:ext cx="348615" cy="459105"/>
          </a:xfrm>
          <a:prstGeom prst="rect">
            <a:avLst/>
          </a:prstGeom>
          <a:noFill/>
        </p:spPr>
        <p:txBody>
          <a:bodyPr wrap="square" lIns="91150" tIns="45574" rIns="91150" bIns="4557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5390" fontAlgn="auto">
              <a:spcBef>
                <a:spcPts val="0"/>
              </a:spcBef>
              <a:spcAft>
                <a:spcPts val="0"/>
              </a:spcAft>
              <a:defRPr/>
            </a:pPr>
            <a:r>
              <a:rPr lang="en-US" altLang="zh-CN" sz="2400" kern="0" dirty="0">
                <a:solidFill>
                  <a:schemeClr val="bg1"/>
                </a:solidFill>
                <a:latin typeface="Arial" panose="020B0604020202020204" pitchFamily="34" charset="0"/>
                <a:ea typeface="思源黑体 CN Bold" panose="020B0800000000000000" charset="-122"/>
                <a:cs typeface="Arial" panose="020B0604020202020204" pitchFamily="34" charset="0"/>
                <a:sym typeface="+mn-ea"/>
              </a:rPr>
              <a:t>6</a:t>
            </a:r>
            <a:endParaRPr lang="en-US" altLang="zh-CN" sz="2400" kern="0" dirty="0">
              <a:solidFill>
                <a:schemeClr val="bg1"/>
              </a:solidFill>
              <a:latin typeface="Arial" panose="020B0604020202020204" pitchFamily="34" charset="0"/>
              <a:ea typeface="思源黑体 CN Bold" panose="020B0800000000000000" charset="-122"/>
              <a:cs typeface="Arial" panose="020B0604020202020204" pitchFamily="34" charset="0"/>
              <a:sym typeface="+mn-ea"/>
            </a:endParaRPr>
          </a:p>
        </p:txBody>
      </p:sp>
      <p:sp>
        <p:nvSpPr>
          <p:cNvPr id="60" name="TextBox 131"/>
          <p:cNvSpPr txBox="1"/>
          <p:nvPr>
            <p:custDataLst>
              <p:tags r:id="rId18"/>
            </p:custDataLst>
          </p:nvPr>
        </p:nvSpPr>
        <p:spPr>
          <a:xfrm>
            <a:off x="9219565" y="4104640"/>
            <a:ext cx="2748915" cy="767080"/>
          </a:xfrm>
          <a:prstGeom prst="rect">
            <a:avLst/>
          </a:prstGeom>
          <a:noFill/>
        </p:spPr>
        <p:txBody>
          <a:bodyPr wrap="square" lIns="91150" tIns="45574" rIns="91150" bIns="45574"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5390" fontAlgn="auto">
              <a:spcBef>
                <a:spcPts val="0"/>
              </a:spcBef>
              <a:spcAft>
                <a:spcPts val="0"/>
              </a:spcAft>
              <a:defRPr/>
            </a:pPr>
            <a:r>
              <a:rPr lang="zh-CN" altLang="en-US" sz="2200" kern="0" dirty="0">
                <a:latin typeface="思源黑体 CN Bold" panose="020B0800000000000000" charset="-122"/>
                <a:ea typeface="思源黑体 CN Bold" panose="020B0800000000000000" charset="-122"/>
                <a:sym typeface="+mn-ea"/>
              </a:rPr>
              <a:t>输入</a:t>
            </a:r>
            <a:endParaRPr lang="zh-CN" altLang="en-US" sz="2200" kern="0" dirty="0">
              <a:solidFill>
                <a:schemeClr val="tx1"/>
              </a:solidFill>
              <a:latin typeface="思源黑体 CN Bold" panose="020B0800000000000000" charset="-122"/>
              <a:ea typeface="思源黑体 CN Bold" panose="020B0800000000000000" charset="-122"/>
              <a:sym typeface="+mn-ea"/>
            </a:endParaRPr>
          </a:p>
          <a:p>
            <a:pPr algn="ctr" defTabSz="1215390" fontAlgn="auto">
              <a:spcBef>
                <a:spcPts val="0"/>
              </a:spcBef>
              <a:spcAft>
                <a:spcPts val="0"/>
              </a:spcAft>
              <a:defRPr/>
            </a:pPr>
            <a:r>
              <a:rPr lang="zh-CN" altLang="en-US" sz="2200" kern="0" dirty="0">
                <a:latin typeface="思源黑体 CN Bold" panose="020B0800000000000000" charset="-122"/>
                <a:ea typeface="思源黑体 CN Bold" panose="020B0800000000000000" charset="-122"/>
                <a:sym typeface="+mn-ea"/>
              </a:rPr>
              <a:t>你的优势</a:t>
            </a:r>
            <a:endParaRPr lang="zh-CN" altLang="en-US" sz="2200" kern="0" dirty="0">
              <a:solidFill>
                <a:schemeClr val="tx1"/>
              </a:solidFill>
              <a:latin typeface="思源黑体 CN Bold" panose="020B0800000000000000" charset="-122"/>
              <a:ea typeface="思源黑体 CN Bold" panose="020B0800000000000000" charset="-122"/>
              <a:sym typeface="+mn-ea"/>
            </a:endParaRPr>
          </a:p>
        </p:txBody>
      </p:sp>
      <p:sp>
        <p:nvSpPr>
          <p:cNvPr id="6" name="矩形 5"/>
          <p:cNvSpPr/>
          <p:nvPr/>
        </p:nvSpPr>
        <p:spPr>
          <a:xfrm>
            <a:off x="275590" y="182245"/>
            <a:ext cx="7586980" cy="521970"/>
          </a:xfrm>
          <a:prstGeom prst="rect">
            <a:avLst/>
          </a:prstGeom>
        </p:spPr>
        <p:txBody>
          <a:bodyPr wrap="square">
            <a:spAutoFit/>
          </a:bodyPr>
          <a:p>
            <a:pPr lvl="0" algn="l">
              <a:buClrTx/>
              <a:buSzTx/>
              <a:buFontTx/>
            </a:pPr>
            <a:r>
              <a:rPr lang="zh-CN" altLang="en-US" sz="2800" dirty="0">
                <a:solidFill>
                  <a:srgbClr val="0FAF9B"/>
                </a:solidFill>
                <a:latin typeface="思源黑体 CN Bold" panose="020B0800000000000000" charset="-122"/>
                <a:ea typeface="思源黑体 CN Bold" panose="020B0800000000000000" charset="-122"/>
                <a:sym typeface="+mn-ea"/>
              </a:rPr>
              <a:t>在这输入你的大标题</a:t>
            </a:r>
            <a:endParaRPr lang="zh-CN" altLang="en-US" sz="2800" dirty="0">
              <a:solidFill>
                <a:srgbClr val="0FAF9B"/>
              </a:solidFill>
              <a:latin typeface="思源黑体 CN Bold" panose="020B0800000000000000" charset="-122"/>
              <a:ea typeface="思源黑体 CN Bold" panose="020B0800000000000000" charset="-122"/>
              <a:sym typeface="+mn-ea"/>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矩形 21"/>
          <p:cNvSpPr/>
          <p:nvPr/>
        </p:nvSpPr>
        <p:spPr>
          <a:xfrm>
            <a:off x="6774180" y="4746625"/>
            <a:ext cx="2583815" cy="154114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矩形 20"/>
          <p:cNvSpPr/>
          <p:nvPr/>
        </p:nvSpPr>
        <p:spPr>
          <a:xfrm>
            <a:off x="8355965" y="1399540"/>
            <a:ext cx="2583815" cy="154114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nvSpPr>
        <p:spPr>
          <a:xfrm>
            <a:off x="275590" y="182245"/>
            <a:ext cx="7586980" cy="521970"/>
          </a:xfrm>
          <a:prstGeom prst="rect">
            <a:avLst/>
          </a:prstGeom>
        </p:spPr>
        <p:txBody>
          <a:bodyPr wrap="square">
            <a:spAutoFit/>
          </a:bodyPr>
          <a:p>
            <a:pPr lvl="0" algn="l">
              <a:buClrTx/>
              <a:buSzTx/>
              <a:buFontTx/>
            </a:pPr>
            <a:r>
              <a:rPr lang="zh-CN" altLang="en-US" sz="2800" dirty="0">
                <a:solidFill>
                  <a:srgbClr val="0FAF9B"/>
                </a:solidFill>
                <a:latin typeface="思源黑体 CN Bold" panose="020B0800000000000000" charset="-122"/>
                <a:ea typeface="思源黑体 CN Bold" panose="020B0800000000000000" charset="-122"/>
                <a:sym typeface="+mn-ea"/>
              </a:rPr>
              <a:t>在这输入你的大标题</a:t>
            </a:r>
            <a:endParaRPr lang="zh-CN" altLang="en-US" sz="2800" dirty="0">
              <a:solidFill>
                <a:srgbClr val="0FAF9B"/>
              </a:solidFill>
              <a:latin typeface="思源黑体 CN Bold" panose="020B0800000000000000" charset="-122"/>
              <a:ea typeface="思源黑体 CN Bold" panose="020B0800000000000000" charset="-122"/>
              <a:sym typeface="+mn-ea"/>
            </a:endParaRPr>
          </a:p>
        </p:txBody>
      </p:sp>
      <p:sp>
        <p:nvSpPr>
          <p:cNvPr id="3" name="等腰三角形 2"/>
          <p:cNvSpPr/>
          <p:nvPr/>
        </p:nvSpPr>
        <p:spPr bwMode="auto">
          <a:xfrm rot="3036074">
            <a:off x="6130930" y="1864447"/>
            <a:ext cx="1789405" cy="2069626"/>
          </a:xfrm>
          <a:custGeom>
            <a:avLst/>
            <a:gdLst/>
            <a:ahLst/>
            <a:cxnLst/>
            <a:rect l="l" t="t" r="r" b="b"/>
            <a:pathLst>
              <a:path w="1152128" h="1333073">
                <a:moveTo>
                  <a:pt x="576064" y="0"/>
                </a:moveTo>
                <a:lnTo>
                  <a:pt x="687529" y="192182"/>
                </a:lnTo>
                <a:cubicBezTo>
                  <a:pt x="952381" y="243689"/>
                  <a:pt x="1152128" y="477023"/>
                  <a:pt x="1152128" y="757009"/>
                </a:cubicBezTo>
                <a:cubicBezTo>
                  <a:pt x="1152128" y="1075160"/>
                  <a:pt x="894215" y="1333073"/>
                  <a:pt x="576064" y="1333073"/>
                </a:cubicBezTo>
                <a:cubicBezTo>
                  <a:pt x="257913" y="1333073"/>
                  <a:pt x="0" y="1075160"/>
                  <a:pt x="0" y="757009"/>
                </a:cubicBezTo>
                <a:cubicBezTo>
                  <a:pt x="0" y="477023"/>
                  <a:pt x="199747" y="243689"/>
                  <a:pt x="464599" y="192182"/>
                </a:cubicBezTo>
                <a:close/>
              </a:path>
            </a:pathLst>
          </a:custGeom>
          <a:gradFill>
            <a:gsLst>
              <a:gs pos="36000">
                <a:srgbClr val="F8890F">
                  <a:alpha val="100000"/>
                </a:srgbClr>
              </a:gs>
              <a:gs pos="0">
                <a:srgbClr val="FFB685"/>
              </a:gs>
              <a:gs pos="79000">
                <a:srgbClr val="FF841E"/>
              </a:gs>
            </a:gsLst>
            <a:lin ang="2700000" scaled="0"/>
          </a:gradFill>
          <a:ln w="6055" cap="flat">
            <a:noFill/>
            <a:prstDash val="solid"/>
            <a:miter/>
          </a:ln>
        </p:spPr>
        <p:txBody>
          <a:bodyPr lIns="108000" tIns="108000" rIns="108000" bIns="108000" rtlCol="0" anchor="ctr">
            <a:noAutofit/>
          </a:bodyPr>
          <a:lstStyle/>
          <a:p>
            <a:pPr lvl="0" algn="ctr">
              <a:buClrTx/>
              <a:buSzTx/>
              <a:buFontTx/>
            </a:pPr>
            <a:endParaRPr lang="zh-CN" altLang="en-US" dirty="0">
              <a:latin typeface="Arial" panose="020B0604020202020204" pitchFamily="34" charset="0"/>
              <a:ea typeface="思源黑体 CN Regular" panose="020B0500000000000000" charset="-122"/>
              <a:sym typeface="+mn-lt"/>
            </a:endParaRPr>
          </a:p>
        </p:txBody>
      </p:sp>
      <p:sp>
        <p:nvSpPr>
          <p:cNvPr id="4" name="TextBox 3"/>
          <p:cNvSpPr txBox="1"/>
          <p:nvPr/>
        </p:nvSpPr>
        <p:spPr>
          <a:xfrm>
            <a:off x="6459093" y="2745057"/>
            <a:ext cx="1083082" cy="621423"/>
          </a:xfrm>
          <a:prstGeom prst="rect">
            <a:avLst/>
          </a:prstGeom>
          <a:noFill/>
          <a:ln>
            <a:noFill/>
          </a:ln>
        </p:spPr>
        <p:txBody>
          <a:bodyPr wrap="none" lIns="91383" tIns="45692" rIns="91383" bIns="45692" anchor="ctr"/>
          <a:lstStyle>
            <a:defPPr>
              <a:defRPr lang="zh-CN"/>
            </a:defPPr>
            <a:lvl1pPr algn="ctr">
              <a:defRPr sz="2000" kern="0">
                <a:solidFill>
                  <a:srgbClr val="FFFFFF"/>
                </a:solidFill>
                <a:latin typeface="微软雅黑" panose="020B0503020204020204" charset="-122"/>
                <a:ea typeface="微软雅黑" panose="020B0503020204020204" charset="-122"/>
              </a:defRPr>
            </a:lvl1pPr>
          </a:lstStyle>
          <a:p>
            <a:r>
              <a:rPr lang="zh-CN" altLang="en-US" sz="2130" dirty="0">
                <a:solidFill>
                  <a:schemeClr val="bg1"/>
                </a:solidFill>
                <a:latin typeface="思源黑体 CN Bold" panose="020B0800000000000000" charset="-122"/>
                <a:ea typeface="思源黑体 CN Bold" panose="020B0800000000000000" charset="-122"/>
                <a:cs typeface="+mn-ea"/>
                <a:sym typeface="+mn-lt"/>
              </a:rPr>
              <a:t>成功项目二</a:t>
            </a:r>
            <a:endParaRPr lang="zh-CN" altLang="en-US" sz="2130" dirty="0">
              <a:solidFill>
                <a:schemeClr val="bg1"/>
              </a:solidFill>
              <a:latin typeface="思源黑体 CN Bold" panose="020B0800000000000000" charset="-122"/>
              <a:ea typeface="思源黑体 CN Bold" panose="020B0800000000000000" charset="-122"/>
              <a:cs typeface="+mn-ea"/>
              <a:sym typeface="+mn-lt"/>
            </a:endParaRPr>
          </a:p>
        </p:txBody>
      </p:sp>
      <p:sp>
        <p:nvSpPr>
          <p:cNvPr id="5" name="等腰三角形 2"/>
          <p:cNvSpPr/>
          <p:nvPr/>
        </p:nvSpPr>
        <p:spPr bwMode="auto">
          <a:xfrm rot="8763501">
            <a:off x="4986742" y="3121271"/>
            <a:ext cx="1788705" cy="2070434"/>
          </a:xfrm>
          <a:custGeom>
            <a:avLst/>
            <a:gdLst/>
            <a:ahLst/>
            <a:cxnLst/>
            <a:rect l="l" t="t" r="r" b="b"/>
            <a:pathLst>
              <a:path w="1152128" h="1333073">
                <a:moveTo>
                  <a:pt x="576064" y="0"/>
                </a:moveTo>
                <a:lnTo>
                  <a:pt x="687529" y="192182"/>
                </a:lnTo>
                <a:cubicBezTo>
                  <a:pt x="952381" y="243689"/>
                  <a:pt x="1152128" y="477023"/>
                  <a:pt x="1152128" y="757009"/>
                </a:cubicBezTo>
                <a:cubicBezTo>
                  <a:pt x="1152128" y="1075160"/>
                  <a:pt x="894215" y="1333073"/>
                  <a:pt x="576064" y="1333073"/>
                </a:cubicBezTo>
                <a:cubicBezTo>
                  <a:pt x="257913" y="1333073"/>
                  <a:pt x="0" y="1075160"/>
                  <a:pt x="0" y="757009"/>
                </a:cubicBezTo>
                <a:cubicBezTo>
                  <a:pt x="0" y="477023"/>
                  <a:pt x="199747" y="243689"/>
                  <a:pt x="464599" y="192182"/>
                </a:cubicBezTo>
                <a:close/>
              </a:path>
            </a:pathLst>
          </a:custGeom>
          <a:gradFill>
            <a:gsLst>
              <a:gs pos="0">
                <a:srgbClr val="A5E4EF"/>
              </a:gs>
              <a:gs pos="83000">
                <a:srgbClr val="5BBDE1"/>
              </a:gs>
            </a:gsLst>
            <a:lin ang="2700000" scaled="0"/>
          </a:gradFill>
          <a:ln w="6055" cap="flat">
            <a:noFill/>
            <a:prstDash val="solid"/>
            <a:miter/>
          </a:ln>
        </p:spPr>
        <p:txBody>
          <a:bodyPr lIns="108000" tIns="108000" rIns="108000" bIns="108000" rtlCol="0" anchor="ctr">
            <a:noAutofit/>
          </a:bodyPr>
          <a:lstStyle/>
          <a:p>
            <a:pPr lvl="0" algn="ctr">
              <a:buClrTx/>
              <a:buSzTx/>
              <a:buFontTx/>
            </a:pPr>
            <a:endParaRPr lang="zh-CN" altLang="en-US">
              <a:latin typeface="Arial" panose="020B0604020202020204" pitchFamily="34" charset="0"/>
              <a:ea typeface="思源黑体 CN Regular" panose="020B0500000000000000" charset="-122"/>
              <a:sym typeface="+mn-lt"/>
            </a:endParaRPr>
          </a:p>
        </p:txBody>
      </p:sp>
      <p:sp>
        <p:nvSpPr>
          <p:cNvPr id="7" name="TextBox 6"/>
          <p:cNvSpPr txBox="1"/>
          <p:nvPr/>
        </p:nvSpPr>
        <p:spPr>
          <a:xfrm>
            <a:off x="5292100" y="3781528"/>
            <a:ext cx="1083082" cy="621423"/>
          </a:xfrm>
          <a:prstGeom prst="rect">
            <a:avLst/>
          </a:prstGeom>
          <a:noFill/>
          <a:ln>
            <a:noFill/>
          </a:ln>
        </p:spPr>
        <p:txBody>
          <a:bodyPr wrap="none" lIns="91383" tIns="45692" rIns="91383" bIns="45692" anchor="ctr"/>
          <a:lstStyle>
            <a:defPPr>
              <a:defRPr lang="zh-CN"/>
            </a:defPPr>
            <a:lvl1pPr algn="ctr">
              <a:defRPr sz="2000" kern="0">
                <a:solidFill>
                  <a:srgbClr val="FFFFFF"/>
                </a:solidFill>
                <a:latin typeface="微软雅黑" panose="020B0503020204020204" charset="-122"/>
                <a:ea typeface="微软雅黑" panose="020B0503020204020204" charset="-122"/>
              </a:defRPr>
            </a:lvl1pPr>
          </a:lstStyle>
          <a:p>
            <a:r>
              <a:rPr lang="zh-CN" altLang="en-US" sz="2130" dirty="0">
                <a:solidFill>
                  <a:schemeClr val="bg1"/>
                </a:solidFill>
                <a:latin typeface="思源黑体 CN Bold" panose="020B0800000000000000" charset="-122"/>
                <a:ea typeface="思源黑体 CN Bold" panose="020B0800000000000000" charset="-122"/>
                <a:cs typeface="+mn-ea"/>
                <a:sym typeface="+mn-lt"/>
              </a:rPr>
              <a:t>成功项目三</a:t>
            </a:r>
            <a:endParaRPr lang="zh-CN" altLang="en-US" sz="2130" dirty="0">
              <a:solidFill>
                <a:schemeClr val="bg1"/>
              </a:solidFill>
              <a:latin typeface="思源黑体 CN Bold" panose="020B0800000000000000" charset="-122"/>
              <a:ea typeface="思源黑体 CN Bold" panose="020B0800000000000000" charset="-122"/>
              <a:cs typeface="+mn-ea"/>
              <a:sym typeface="+mn-lt"/>
            </a:endParaRPr>
          </a:p>
        </p:txBody>
      </p:sp>
      <p:sp>
        <p:nvSpPr>
          <p:cNvPr id="8" name="等腰三角形 2"/>
          <p:cNvSpPr/>
          <p:nvPr/>
        </p:nvSpPr>
        <p:spPr bwMode="auto">
          <a:xfrm rot="16474575">
            <a:off x="4461863" y="1436656"/>
            <a:ext cx="1789405" cy="2069626"/>
          </a:xfrm>
          <a:custGeom>
            <a:avLst/>
            <a:gdLst/>
            <a:ahLst/>
            <a:cxnLst/>
            <a:rect l="l" t="t" r="r" b="b"/>
            <a:pathLst>
              <a:path w="1152128" h="1333073">
                <a:moveTo>
                  <a:pt x="576064" y="0"/>
                </a:moveTo>
                <a:lnTo>
                  <a:pt x="687529" y="192182"/>
                </a:lnTo>
                <a:cubicBezTo>
                  <a:pt x="952381" y="243689"/>
                  <a:pt x="1152128" y="477023"/>
                  <a:pt x="1152128" y="757009"/>
                </a:cubicBezTo>
                <a:cubicBezTo>
                  <a:pt x="1152128" y="1075160"/>
                  <a:pt x="894215" y="1333073"/>
                  <a:pt x="576064" y="1333073"/>
                </a:cubicBezTo>
                <a:cubicBezTo>
                  <a:pt x="257913" y="1333073"/>
                  <a:pt x="0" y="1075160"/>
                  <a:pt x="0" y="757009"/>
                </a:cubicBezTo>
                <a:cubicBezTo>
                  <a:pt x="0" y="477023"/>
                  <a:pt x="199747" y="243689"/>
                  <a:pt x="464599" y="192182"/>
                </a:cubicBezTo>
                <a:close/>
              </a:path>
            </a:pathLst>
          </a:custGeom>
          <a:gradFill>
            <a:gsLst>
              <a:gs pos="0">
                <a:srgbClr val="AAEBE3">
                  <a:alpha val="39000"/>
                </a:srgbClr>
              </a:gs>
              <a:gs pos="39000">
                <a:srgbClr val="67CAC3">
                  <a:alpha val="100000"/>
                </a:srgbClr>
              </a:gs>
              <a:gs pos="81000">
                <a:srgbClr val="0FAF9B"/>
              </a:gs>
            </a:gsLst>
            <a:lin ang="2700000" scaled="0"/>
          </a:gradFill>
          <a:ln w="6055" cap="flat">
            <a:noFill/>
            <a:prstDash val="solid"/>
            <a:miter/>
          </a:ln>
        </p:spPr>
        <p:txBody>
          <a:bodyPr lIns="108000" tIns="108000" rIns="108000" bIns="108000" rtlCol="0" anchor="ctr">
            <a:noAutofit/>
          </a:bodyPr>
          <a:lstStyle/>
          <a:p>
            <a:pPr lvl="0" algn="ctr">
              <a:buClrTx/>
              <a:buSzTx/>
              <a:buFontTx/>
            </a:pPr>
            <a:endParaRPr lang="zh-CN" altLang="en-US">
              <a:latin typeface="Arial" panose="020B0604020202020204" pitchFamily="34" charset="0"/>
              <a:ea typeface="思源黑体 CN Regular" panose="020B0500000000000000" charset="-122"/>
              <a:sym typeface="+mn-lt"/>
            </a:endParaRPr>
          </a:p>
        </p:txBody>
      </p:sp>
      <p:sp>
        <p:nvSpPr>
          <p:cNvPr id="9" name="TextBox 8"/>
          <p:cNvSpPr txBox="1"/>
          <p:nvPr/>
        </p:nvSpPr>
        <p:spPr>
          <a:xfrm>
            <a:off x="4963685" y="2176762"/>
            <a:ext cx="1083082" cy="621423"/>
          </a:xfrm>
          <a:prstGeom prst="rect">
            <a:avLst/>
          </a:prstGeom>
          <a:noFill/>
          <a:ln>
            <a:noFill/>
          </a:ln>
        </p:spPr>
        <p:txBody>
          <a:bodyPr wrap="none" lIns="91383" tIns="45692" rIns="91383" bIns="45692" anchor="ctr"/>
          <a:lstStyle>
            <a:defPPr>
              <a:defRPr lang="zh-CN"/>
            </a:defPPr>
            <a:lvl1pPr algn="ctr">
              <a:defRPr sz="2000" kern="0">
                <a:solidFill>
                  <a:srgbClr val="FFFFFF"/>
                </a:solidFill>
                <a:latin typeface="微软雅黑" panose="020B0503020204020204" charset="-122"/>
                <a:ea typeface="微软雅黑" panose="020B0503020204020204" charset="-122"/>
              </a:defRPr>
            </a:lvl1pPr>
          </a:lstStyle>
          <a:p>
            <a:r>
              <a:rPr lang="zh-CN" altLang="en-US" sz="2130" dirty="0">
                <a:solidFill>
                  <a:schemeClr val="bg1"/>
                </a:solidFill>
                <a:latin typeface="思源黑体 CN Bold" panose="020B0800000000000000" charset="-122"/>
                <a:ea typeface="思源黑体 CN Bold" panose="020B0800000000000000" charset="-122"/>
                <a:cs typeface="+mn-ea"/>
                <a:sym typeface="+mn-lt"/>
              </a:rPr>
              <a:t>成功项目一</a:t>
            </a:r>
            <a:endParaRPr lang="zh-CN" altLang="en-US" sz="2130" dirty="0">
              <a:solidFill>
                <a:schemeClr val="bg1"/>
              </a:solidFill>
              <a:latin typeface="思源黑体 CN Bold" panose="020B0800000000000000" charset="-122"/>
              <a:ea typeface="思源黑体 CN Bold" panose="020B0800000000000000" charset="-122"/>
              <a:cs typeface="+mn-ea"/>
              <a:sym typeface="+mn-lt"/>
            </a:endParaRPr>
          </a:p>
        </p:txBody>
      </p:sp>
      <p:sp>
        <p:nvSpPr>
          <p:cNvPr id="2" name="TextBox 9"/>
          <p:cNvSpPr txBox="1"/>
          <p:nvPr/>
        </p:nvSpPr>
        <p:spPr>
          <a:xfrm>
            <a:off x="1487805" y="1021715"/>
            <a:ext cx="1606550" cy="377190"/>
          </a:xfrm>
          <a:prstGeom prst="rect">
            <a:avLst/>
          </a:prstGeom>
          <a:noFill/>
        </p:spPr>
        <p:txBody>
          <a:bodyPr wrap="none" lIns="91383" tIns="45692" rIns="91383" bIns="45692" rtlCol="0">
            <a:spAutoFit/>
          </a:bodyPr>
          <a:lstStyle/>
          <a:p>
            <a:r>
              <a:rPr lang="zh-CN" altLang="en-US" sz="1865" dirty="0">
                <a:solidFill>
                  <a:srgbClr val="333333"/>
                </a:solidFill>
                <a:latin typeface="思源黑体 CN Bold" panose="020B0800000000000000" charset="-122"/>
                <a:ea typeface="思源黑体 CN Bold" panose="020B0800000000000000" charset="-122"/>
                <a:cs typeface="+mn-ea"/>
                <a:sym typeface="+mn-lt"/>
              </a:rPr>
              <a:t>请输入您标题</a:t>
            </a:r>
            <a:endParaRPr lang="zh-CN" altLang="en-US" sz="1865" dirty="0">
              <a:solidFill>
                <a:srgbClr val="333333"/>
              </a:solidFill>
              <a:latin typeface="思源黑体 CN Bold" panose="020B0800000000000000" charset="-122"/>
              <a:ea typeface="思源黑体 CN Bold" panose="020B0800000000000000" charset="-122"/>
              <a:cs typeface="+mn-ea"/>
              <a:sym typeface="+mn-lt"/>
            </a:endParaRPr>
          </a:p>
        </p:txBody>
      </p:sp>
      <p:sp>
        <p:nvSpPr>
          <p:cNvPr id="11" name="TextBox 10"/>
          <p:cNvSpPr txBox="1"/>
          <p:nvPr/>
        </p:nvSpPr>
        <p:spPr>
          <a:xfrm>
            <a:off x="1487805" y="1377950"/>
            <a:ext cx="2766060" cy="894080"/>
          </a:xfrm>
          <a:prstGeom prst="rect">
            <a:avLst/>
          </a:prstGeom>
          <a:noFill/>
        </p:spPr>
        <p:txBody>
          <a:bodyPr wrap="square" lIns="91383" tIns="45692" rIns="91383" bIns="45692" rtlCol="0">
            <a:spAutoFit/>
          </a:bodyPr>
          <a:lstStyle/>
          <a:p>
            <a:pPr>
              <a:lnSpc>
                <a:spcPct val="130000"/>
              </a:lnSpc>
            </a:pPr>
            <a:r>
              <a:rPr lang="zh-CN" altLang="en-US" sz="1335" dirty="0">
                <a:solidFill>
                  <a:srgbClr val="666666"/>
                </a:solidFill>
                <a:latin typeface="思源黑体 CN Regular" panose="020B0500000000000000" charset="-122"/>
                <a:ea typeface="思源黑体 CN Regular" panose="020B0500000000000000" charset="-122"/>
                <a:cs typeface="+mn-ea"/>
                <a:sym typeface="+mn-lt"/>
              </a:rPr>
              <a:t>您的内容打在这里，或者通过复制您的文本后，在此框中选择粘贴，并选择只保留文字。</a:t>
            </a:r>
            <a:endParaRPr lang="zh-CN" altLang="en-US" sz="1335" dirty="0">
              <a:solidFill>
                <a:srgbClr val="666666"/>
              </a:solidFill>
              <a:latin typeface="思源黑体 CN Regular" panose="020B0500000000000000" charset="-122"/>
              <a:ea typeface="思源黑体 CN Regular" panose="020B0500000000000000" charset="-122"/>
              <a:cs typeface="+mn-ea"/>
              <a:sym typeface="+mn-lt"/>
            </a:endParaRPr>
          </a:p>
        </p:txBody>
      </p:sp>
      <p:sp>
        <p:nvSpPr>
          <p:cNvPr id="12" name="TextBox 11"/>
          <p:cNvSpPr txBox="1"/>
          <p:nvPr/>
        </p:nvSpPr>
        <p:spPr>
          <a:xfrm>
            <a:off x="8203521" y="1022003"/>
            <a:ext cx="1606550" cy="377190"/>
          </a:xfrm>
          <a:prstGeom prst="rect">
            <a:avLst/>
          </a:prstGeom>
          <a:noFill/>
        </p:spPr>
        <p:txBody>
          <a:bodyPr wrap="none" lIns="91383" tIns="45692" rIns="91383" bIns="45692" rtlCol="0">
            <a:spAutoFit/>
          </a:bodyPr>
          <a:lstStyle/>
          <a:p>
            <a:r>
              <a:rPr lang="zh-CN" altLang="en-US" sz="1865" dirty="0">
                <a:solidFill>
                  <a:srgbClr val="333333"/>
                </a:solidFill>
                <a:latin typeface="思源黑体 CN Bold" panose="020B0800000000000000" charset="-122"/>
                <a:ea typeface="思源黑体 CN Bold" panose="020B0800000000000000" charset="-122"/>
                <a:cs typeface="+mn-ea"/>
                <a:sym typeface="+mn-lt"/>
              </a:rPr>
              <a:t>请输入您标题</a:t>
            </a:r>
            <a:endParaRPr lang="zh-CN" altLang="en-US" sz="1865" dirty="0">
              <a:solidFill>
                <a:srgbClr val="333333"/>
              </a:solidFill>
              <a:latin typeface="思源黑体 CN Bold" panose="020B0800000000000000" charset="-122"/>
              <a:ea typeface="思源黑体 CN Bold" panose="020B0800000000000000" charset="-122"/>
              <a:cs typeface="+mn-ea"/>
              <a:sym typeface="+mn-lt"/>
            </a:endParaRPr>
          </a:p>
        </p:txBody>
      </p:sp>
      <p:sp>
        <p:nvSpPr>
          <p:cNvPr id="10" name="TextBox 12"/>
          <p:cNvSpPr txBox="1"/>
          <p:nvPr/>
        </p:nvSpPr>
        <p:spPr>
          <a:xfrm>
            <a:off x="8203520" y="2973894"/>
            <a:ext cx="2765949" cy="866399"/>
          </a:xfrm>
          <a:prstGeom prst="rect">
            <a:avLst/>
          </a:prstGeom>
          <a:noFill/>
        </p:spPr>
        <p:txBody>
          <a:bodyPr wrap="square" lIns="91383" tIns="45692" rIns="91383" bIns="45692" rtlCol="0">
            <a:spAutoFit/>
          </a:bodyPr>
          <a:lstStyle/>
          <a:p>
            <a:pPr>
              <a:lnSpc>
                <a:spcPct val="130000"/>
              </a:lnSpc>
            </a:pPr>
            <a:r>
              <a:rPr lang="zh-CN" altLang="en-US" sz="1335" dirty="0">
                <a:solidFill>
                  <a:srgbClr val="666666"/>
                </a:solidFill>
                <a:latin typeface="思源黑体 CN Regular" panose="020B0500000000000000" charset="-122"/>
                <a:ea typeface="思源黑体 CN Regular" panose="020B0500000000000000" charset="-122"/>
                <a:cs typeface="+mn-ea"/>
                <a:sym typeface="+mn-lt"/>
              </a:rPr>
              <a:t>您的内容打在这里，或者通过复制您的文本后，在此框中选择粘贴，并选择只保留文字。</a:t>
            </a:r>
            <a:endParaRPr lang="zh-CN" altLang="en-US" sz="1335" dirty="0">
              <a:solidFill>
                <a:srgbClr val="666666"/>
              </a:solidFill>
              <a:latin typeface="思源黑体 CN Regular" panose="020B0500000000000000" charset="-122"/>
              <a:ea typeface="思源黑体 CN Regular" panose="020B0500000000000000" charset="-122"/>
              <a:cs typeface="+mn-ea"/>
              <a:sym typeface="+mn-lt"/>
            </a:endParaRPr>
          </a:p>
        </p:txBody>
      </p:sp>
      <p:sp>
        <p:nvSpPr>
          <p:cNvPr id="14" name="TextBox 13"/>
          <p:cNvSpPr txBox="1"/>
          <p:nvPr/>
        </p:nvSpPr>
        <p:spPr>
          <a:xfrm>
            <a:off x="3006485" y="5065832"/>
            <a:ext cx="1606550" cy="377190"/>
          </a:xfrm>
          <a:prstGeom prst="rect">
            <a:avLst/>
          </a:prstGeom>
          <a:noFill/>
        </p:spPr>
        <p:txBody>
          <a:bodyPr wrap="none" lIns="91383" tIns="45692" rIns="91383" bIns="45692" rtlCol="0">
            <a:spAutoFit/>
          </a:bodyPr>
          <a:lstStyle/>
          <a:p>
            <a:r>
              <a:rPr lang="zh-CN" altLang="en-US" sz="1865" dirty="0">
                <a:solidFill>
                  <a:srgbClr val="333333"/>
                </a:solidFill>
                <a:latin typeface="思源黑体 CN Bold" panose="020B0800000000000000" charset="-122"/>
                <a:ea typeface="思源黑体 CN Bold" panose="020B0800000000000000" charset="-122"/>
                <a:cs typeface="+mn-ea"/>
                <a:sym typeface="+mn-lt"/>
              </a:rPr>
              <a:t>请输入您标题</a:t>
            </a:r>
            <a:endParaRPr lang="zh-CN" altLang="en-US" sz="1865" dirty="0">
              <a:solidFill>
                <a:srgbClr val="333333"/>
              </a:solidFill>
              <a:latin typeface="思源黑体 CN Bold" panose="020B0800000000000000" charset="-122"/>
              <a:ea typeface="思源黑体 CN Bold" panose="020B0800000000000000" charset="-122"/>
              <a:cs typeface="+mn-ea"/>
              <a:sym typeface="+mn-lt"/>
            </a:endParaRPr>
          </a:p>
        </p:txBody>
      </p:sp>
      <p:sp>
        <p:nvSpPr>
          <p:cNvPr id="15" name="TextBox 14"/>
          <p:cNvSpPr txBox="1"/>
          <p:nvPr/>
        </p:nvSpPr>
        <p:spPr>
          <a:xfrm>
            <a:off x="3006725" y="5422265"/>
            <a:ext cx="3703320" cy="626110"/>
          </a:xfrm>
          <a:prstGeom prst="rect">
            <a:avLst/>
          </a:prstGeom>
          <a:noFill/>
        </p:spPr>
        <p:txBody>
          <a:bodyPr wrap="square" lIns="91383" tIns="45692" rIns="91383" bIns="45692" rtlCol="0">
            <a:spAutoFit/>
          </a:bodyPr>
          <a:lstStyle/>
          <a:p>
            <a:pPr>
              <a:lnSpc>
                <a:spcPct val="130000"/>
              </a:lnSpc>
            </a:pPr>
            <a:r>
              <a:rPr lang="zh-CN" altLang="en-US" sz="1335" dirty="0">
                <a:solidFill>
                  <a:srgbClr val="666666"/>
                </a:solidFill>
                <a:latin typeface="思源黑体 CN Regular" panose="020B0500000000000000" charset="-122"/>
                <a:ea typeface="思源黑体 CN Regular" panose="020B0500000000000000" charset="-122"/>
                <a:cs typeface="+mn-ea"/>
                <a:sym typeface="+mn-lt"/>
              </a:rPr>
              <a:t>您的内容打在这里，或者通过复制您的文本后，在此框中选择粘贴，并选择只保留文字。</a:t>
            </a:r>
            <a:endParaRPr lang="zh-CN" altLang="en-US" sz="1335" dirty="0">
              <a:solidFill>
                <a:srgbClr val="666666"/>
              </a:solidFill>
              <a:latin typeface="思源黑体 CN Regular" panose="020B0500000000000000" charset="-122"/>
              <a:ea typeface="思源黑体 CN Regular" panose="020B0500000000000000" charset="-122"/>
              <a:cs typeface="+mn-ea"/>
              <a:sym typeface="+mn-lt"/>
            </a:endParaRPr>
          </a:p>
        </p:txBody>
      </p:sp>
      <p:sp>
        <p:nvSpPr>
          <p:cNvPr id="20" name="矩形 19"/>
          <p:cNvSpPr/>
          <p:nvPr/>
        </p:nvSpPr>
        <p:spPr>
          <a:xfrm>
            <a:off x="1580515" y="2336165"/>
            <a:ext cx="2583815" cy="154114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5590" y="182245"/>
            <a:ext cx="4931410" cy="521970"/>
          </a:xfrm>
          <a:prstGeom prst="rect">
            <a:avLst/>
          </a:prstGeom>
        </p:spPr>
        <p:txBody>
          <a:bodyPr wrap="square">
            <a:spAutoFit/>
          </a:bodyPr>
          <a:p>
            <a:pPr lvl="0" algn="l">
              <a:buClrTx/>
              <a:buSzTx/>
              <a:buFontTx/>
            </a:pPr>
            <a:r>
              <a:rPr lang="zh-CN" altLang="en-US" sz="2800" dirty="0">
                <a:solidFill>
                  <a:srgbClr val="0FAF9B"/>
                </a:solidFill>
                <a:latin typeface="思源黑体 CN Bold" panose="020B0800000000000000" charset="-122"/>
                <a:ea typeface="思源黑体 CN Bold" panose="020B0800000000000000" charset="-122"/>
                <a:sym typeface="+mn-ea"/>
              </a:rPr>
              <a:t>在这输入你的大标题</a:t>
            </a:r>
            <a:endParaRPr lang="zh-CN" altLang="en-US" sz="2800" dirty="0">
              <a:solidFill>
                <a:srgbClr val="0FAF9B"/>
              </a:solidFill>
              <a:latin typeface="思源黑体 CN Bold" panose="020B0800000000000000" charset="-122"/>
              <a:ea typeface="思源黑体 CN Bold" panose="020B0800000000000000" charset="-122"/>
              <a:sym typeface="+mn-ea"/>
            </a:endParaRPr>
          </a:p>
        </p:txBody>
      </p:sp>
      <p:sp>
        <p:nvSpPr>
          <p:cNvPr id="13" name="矩形 12"/>
          <p:cNvSpPr/>
          <p:nvPr>
            <p:custDataLst>
              <p:tags r:id="rId1"/>
            </p:custDataLst>
          </p:nvPr>
        </p:nvSpPr>
        <p:spPr bwMode="auto">
          <a:xfrm flipH="1">
            <a:off x="701040" y="3377903"/>
            <a:ext cx="5213928" cy="3290867"/>
          </a:xfrm>
          <a:prstGeom prst="rect">
            <a:avLst/>
          </a:prstGeom>
          <a:gradFill>
            <a:gsLst>
              <a:gs pos="100000">
                <a:srgbClr val="F5FDFF">
                  <a:alpha val="0"/>
                </a:srgbClr>
              </a:gs>
              <a:gs pos="0">
                <a:srgbClr val="E2FCF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Montserrat" panose="02000505000000020004"/>
              <a:ea typeface="思源黑体 CN Normal" panose="020B0400000000000000" pitchFamily="34" charset="-122"/>
              <a:sym typeface="+mn-ea"/>
            </a:endParaRPr>
          </a:p>
        </p:txBody>
      </p:sp>
      <p:sp>
        <p:nvSpPr>
          <p:cNvPr id="16" name="矩形 15"/>
          <p:cNvSpPr/>
          <p:nvPr>
            <p:custDataLst>
              <p:tags r:id="rId2"/>
            </p:custDataLst>
          </p:nvPr>
        </p:nvSpPr>
        <p:spPr>
          <a:xfrm>
            <a:off x="931020" y="3459222"/>
            <a:ext cx="5131339" cy="2027250"/>
          </a:xfrm>
          <a:prstGeom prst="rect">
            <a:avLst/>
          </a:prstGeom>
        </p:spPr>
        <p:txBody>
          <a:bodyPr wrap="square" tIns="90170" bIns="90170" rtlCol="0" anchor="t" anchorCtr="0">
            <a:noAutofit/>
          </a:bodyPr>
          <a:lstStyle>
            <a:lvl1pPr marL="0" indent="0" algn="l" eaLnBrk="1" fontAlgn="auto" latinLnBrk="0" hangingPunct="1">
              <a:buSzPct val="80000"/>
              <a:buFont typeface="+mj-lt"/>
              <a:buNone/>
              <a:defRPr sz="2000" b="0">
                <a:solidFill>
                  <a:schemeClr val="bg2">
                    <a:lumMod val="25000"/>
                  </a:schemeClr>
                </a:solidFill>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lgn="l">
              <a:lnSpc>
                <a:spcPct val="120000"/>
              </a:lnSpc>
              <a:spcAft>
                <a:spcPts val="600"/>
              </a:spcAft>
              <a:buClr>
                <a:srgbClr val="0080CB"/>
              </a:buClr>
              <a:buFont typeface="Wingdings" panose="05000000000000000000" charset="0"/>
            </a:pPr>
            <a:r>
              <a:rPr lang="zh-CN" altLang="en-US" sz="1600" dirty="0">
                <a:solidFill>
                  <a:srgbClr val="666666"/>
                </a:solidFill>
                <a:latin typeface="思源黑体 CN Bold" panose="020B0800000000000000" charset="-122"/>
                <a:ea typeface="思源黑体 CN Bold" panose="020B0800000000000000" charset="-122"/>
                <a:sym typeface="+mn-ea"/>
              </a:rPr>
              <a:t>突出内容</a:t>
            </a:r>
            <a:r>
              <a:rPr lang="zh-CN" altLang="en-US" sz="1600" dirty="0">
                <a:solidFill>
                  <a:srgbClr val="666666"/>
                </a:solidFill>
                <a:latin typeface="+mn-lt"/>
                <a:ea typeface="思源黑体 CN Regular" panose="020B0500000000000000" charset="-122"/>
                <a:sym typeface="+mn-ea"/>
              </a:rPr>
              <a:t>非突出内容描述可不加粗，突出内容加粗</a:t>
            </a:r>
            <a:endParaRPr lang="en-US" sz="1600" dirty="0">
              <a:solidFill>
                <a:srgbClr val="666666"/>
              </a:solidFill>
              <a:latin typeface="+mn-lt"/>
              <a:ea typeface="思源黑体 CN Regular" panose="020B0500000000000000" charset="-122"/>
              <a:sym typeface="+mn-ea"/>
            </a:endParaRPr>
          </a:p>
          <a:p>
            <a:pPr lvl="0" algn="l">
              <a:lnSpc>
                <a:spcPct val="120000"/>
              </a:lnSpc>
              <a:spcAft>
                <a:spcPts val="600"/>
              </a:spcAft>
              <a:buClr>
                <a:srgbClr val="0080CB"/>
              </a:buClr>
              <a:buFont typeface="Wingdings" panose="05000000000000000000" charset="0"/>
            </a:pPr>
            <a:r>
              <a:rPr lang="zh-CN" altLang="en-US" sz="1600" dirty="0">
                <a:solidFill>
                  <a:srgbClr val="666666"/>
                </a:solidFill>
                <a:latin typeface="+mn-lt"/>
                <a:ea typeface="思源黑体 CN Regular" panose="020B0500000000000000" charset="-122"/>
                <a:sym typeface="+mn-ea"/>
              </a:rPr>
              <a:t>无需突出内容描述可不加粗</a:t>
            </a:r>
            <a:endParaRPr lang="zh-CN" altLang="en-US" sz="1600" dirty="0">
              <a:solidFill>
                <a:srgbClr val="666666"/>
              </a:solidFill>
              <a:latin typeface="+mn-lt"/>
              <a:ea typeface="思源黑体 CN Regular" panose="020B0500000000000000" charset="-122"/>
              <a:sym typeface="+mn-ea"/>
            </a:endParaRPr>
          </a:p>
          <a:p>
            <a:pPr lvl="0" algn="l">
              <a:lnSpc>
                <a:spcPct val="120000"/>
              </a:lnSpc>
              <a:spcAft>
                <a:spcPts val="600"/>
              </a:spcAft>
              <a:buClr>
                <a:srgbClr val="0080CB"/>
              </a:buClr>
              <a:buFont typeface="Wingdings" panose="05000000000000000000" charset="0"/>
            </a:pPr>
            <a:r>
              <a:rPr lang="zh-CN" altLang="en-US" sz="1600" dirty="0">
                <a:solidFill>
                  <a:srgbClr val="666666"/>
                </a:solidFill>
                <a:latin typeface="+mn-lt"/>
                <a:ea typeface="思源黑体 CN Regular" panose="020B0500000000000000" charset="-122"/>
                <a:sym typeface="+mn-ea"/>
              </a:rPr>
              <a:t>无需突出内容描述可不加粗，可不加粗</a:t>
            </a:r>
            <a:endParaRPr lang="zh-CN" altLang="en-US" sz="1600" dirty="0">
              <a:solidFill>
                <a:srgbClr val="666666"/>
              </a:solidFill>
              <a:latin typeface="+mn-lt"/>
              <a:ea typeface="思源黑体 CN Regular" panose="020B0500000000000000" charset="-122"/>
              <a:sym typeface="+mn-ea"/>
            </a:endParaRPr>
          </a:p>
          <a:p>
            <a:pPr lvl="0" algn="l">
              <a:lnSpc>
                <a:spcPct val="120000"/>
              </a:lnSpc>
              <a:spcAft>
                <a:spcPts val="600"/>
              </a:spcAft>
              <a:buClr>
                <a:srgbClr val="0080CB"/>
              </a:buClr>
              <a:buFont typeface="Wingdings" panose="05000000000000000000" charset="0"/>
            </a:pPr>
            <a:r>
              <a:rPr lang="zh-CN" altLang="en-US" sz="1800" dirty="0">
                <a:solidFill>
                  <a:srgbClr val="666666"/>
                </a:solidFill>
                <a:latin typeface="思源黑体 CN Bold" panose="020B0800000000000000" charset="-122"/>
                <a:ea typeface="思源黑体 CN Bold" panose="020B0800000000000000" charset="-122"/>
                <a:sym typeface="+mn-ea"/>
              </a:rPr>
              <a:t>想特别突出内容可加大字号、加粗或改颜色</a:t>
            </a:r>
            <a:endParaRPr lang="zh-CN" altLang="en-US" sz="1800" dirty="0">
              <a:solidFill>
                <a:srgbClr val="666666"/>
              </a:solidFill>
              <a:latin typeface="思源黑体 CN Bold" panose="020B0800000000000000" charset="-122"/>
              <a:ea typeface="思源黑体 CN Bold" panose="020B0800000000000000" charset="-122"/>
              <a:sym typeface="+mn-ea"/>
            </a:endParaRPr>
          </a:p>
          <a:p>
            <a:pPr lvl="0" algn="l">
              <a:lnSpc>
                <a:spcPct val="120000"/>
              </a:lnSpc>
              <a:spcAft>
                <a:spcPts val="600"/>
              </a:spcAft>
              <a:buClr>
                <a:srgbClr val="0080CB"/>
              </a:buClr>
              <a:buFont typeface="Wingdings" panose="05000000000000000000" charset="0"/>
            </a:pPr>
            <a:r>
              <a:rPr lang="zh-CN" altLang="en-US" sz="1600" dirty="0">
                <a:solidFill>
                  <a:srgbClr val="666666"/>
                </a:solidFill>
                <a:latin typeface="+mn-lt"/>
                <a:ea typeface="思源黑体 CN Regular" panose="020B0500000000000000" charset="-122"/>
                <a:sym typeface="+mn-ea"/>
              </a:rPr>
              <a:t>非突出内容</a:t>
            </a:r>
            <a:r>
              <a:rPr lang="en-US" sz="1600" dirty="0">
                <a:solidFill>
                  <a:srgbClr val="666666"/>
                </a:solidFill>
                <a:latin typeface="+mn-lt"/>
                <a:ea typeface="思源黑体 CN Regular" panose="020B0500000000000000" charset="-122"/>
                <a:sym typeface="+mn-ea"/>
              </a:rPr>
              <a:t>: </a:t>
            </a:r>
            <a:r>
              <a:rPr lang="zh-CN" altLang="en-US" sz="1600" dirty="0">
                <a:solidFill>
                  <a:srgbClr val="FF841E"/>
                </a:solidFill>
                <a:latin typeface="思源黑体 CN Bold" panose="020B0800000000000000" charset="-122"/>
                <a:ea typeface="思源黑体 CN Bold" panose="020B0800000000000000" charset="-122"/>
                <a:sym typeface="+mn-ea"/>
              </a:rPr>
              <a:t>需突出内容可加粗、改字号或颜色</a:t>
            </a:r>
            <a:endParaRPr lang="zh-CN" altLang="en-US" sz="1600" dirty="0">
              <a:solidFill>
                <a:srgbClr val="FF841E"/>
              </a:solidFill>
              <a:latin typeface="思源黑体 CN Bold" panose="020B0800000000000000" charset="-122"/>
              <a:ea typeface="思源黑体 CN Bold" panose="020B0800000000000000" charset="-122"/>
              <a:sym typeface="+mn-ea"/>
            </a:endParaRPr>
          </a:p>
        </p:txBody>
      </p:sp>
      <p:pic>
        <p:nvPicPr>
          <p:cNvPr id="38" name="Picture 37" descr="A circuit board&#10;&#10;Description automatically generated"/>
          <p:cNvPicPr>
            <a:picLocks noChangeAspect="1"/>
          </p:cNvPicPr>
          <p:nvPr>
            <p:custDataLst>
              <p:tags r:id="rId3"/>
            </p:custDataLst>
          </p:nvPr>
        </p:nvPicPr>
        <p:blipFill rotWithShape="1">
          <a:blip r:embed="rId4" cstate="screen"/>
          <a:srcRect/>
          <a:stretch>
            <a:fillRect/>
          </a:stretch>
        </p:blipFill>
        <p:spPr>
          <a:xfrm>
            <a:off x="931020" y="5513155"/>
            <a:ext cx="949777" cy="801117"/>
          </a:xfrm>
          <a:prstGeom prst="rect">
            <a:avLst/>
          </a:prstGeom>
        </p:spPr>
      </p:pic>
      <p:pic>
        <p:nvPicPr>
          <p:cNvPr id="26" name="图片 25"/>
          <p:cNvPicPr>
            <a:picLocks noChangeAspect="1"/>
          </p:cNvPicPr>
          <p:nvPr>
            <p:custDataLst>
              <p:tags r:id="rId5"/>
            </p:custDataLst>
          </p:nvPr>
        </p:nvPicPr>
        <p:blipFill>
          <a:blip r:embed="rId6" cstate="screen"/>
          <a:stretch>
            <a:fillRect/>
          </a:stretch>
        </p:blipFill>
        <p:spPr>
          <a:xfrm>
            <a:off x="3148861" y="5486472"/>
            <a:ext cx="1189922" cy="880529"/>
          </a:xfrm>
          <a:prstGeom prst="rect">
            <a:avLst/>
          </a:prstGeom>
        </p:spPr>
      </p:pic>
      <p:pic>
        <p:nvPicPr>
          <p:cNvPr id="54" name="图片 5"/>
          <p:cNvPicPr>
            <a:picLocks noChangeAspect="1"/>
          </p:cNvPicPr>
          <p:nvPr>
            <p:custDataLst>
              <p:tags r:id="rId7"/>
            </p:custDataLst>
          </p:nvPr>
        </p:nvPicPr>
        <p:blipFill>
          <a:blip r:embed="rId8" cstate="screen"/>
          <a:srcRect/>
          <a:stretch>
            <a:fillRect/>
          </a:stretch>
        </p:blipFill>
        <p:spPr bwMode="auto">
          <a:xfrm rot="21341619">
            <a:off x="1906844" y="5526496"/>
            <a:ext cx="1095897" cy="729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图片 51" descr="服务器电源"/>
          <p:cNvPicPr>
            <a:picLocks noChangeAspect="1"/>
          </p:cNvPicPr>
          <p:nvPr>
            <p:custDataLst>
              <p:tags r:id="rId9"/>
            </p:custDataLst>
          </p:nvPr>
        </p:nvPicPr>
        <p:blipFill>
          <a:blip r:embed="rId10" cstate="screen"/>
          <a:stretch>
            <a:fillRect/>
          </a:stretch>
        </p:blipFill>
        <p:spPr>
          <a:xfrm>
            <a:off x="4458855" y="5589391"/>
            <a:ext cx="1290935" cy="654362"/>
          </a:xfrm>
          <a:prstGeom prst="rect">
            <a:avLst/>
          </a:prstGeom>
        </p:spPr>
      </p:pic>
      <p:grpSp>
        <p:nvGrpSpPr>
          <p:cNvPr id="28" name="组合 27"/>
          <p:cNvGrpSpPr/>
          <p:nvPr>
            <p:custDataLst>
              <p:tags r:id="rId11"/>
            </p:custDataLst>
          </p:nvPr>
        </p:nvGrpSpPr>
        <p:grpSpPr>
          <a:xfrm>
            <a:off x="820477" y="3665060"/>
            <a:ext cx="71154" cy="1602233"/>
            <a:chOff x="1292" y="6066"/>
            <a:chExt cx="112" cy="2522"/>
          </a:xfrm>
          <a:solidFill>
            <a:srgbClr val="0FAF9B"/>
          </a:solidFill>
        </p:grpSpPr>
        <p:sp>
          <p:nvSpPr>
            <p:cNvPr id="29" name="流程图: 联系 28"/>
            <p:cNvSpPr>
              <a:spLocks noChangeAspect="1"/>
            </p:cNvSpPr>
            <p:nvPr>
              <p:custDataLst>
                <p:tags r:id="rId12"/>
              </p:custDataLst>
            </p:nvPr>
          </p:nvSpPr>
          <p:spPr>
            <a:xfrm>
              <a:off x="1292" y="6066"/>
              <a:ext cx="113" cy="113"/>
            </a:xfrm>
            <a:prstGeom prst="flowChartConnector">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endParaRPr lang="zh-CN" altLang="en-US" noProof="0" dirty="0">
                <a:ln>
                  <a:noFill/>
                </a:ln>
                <a:solidFill>
                  <a:prstClr val="white"/>
                </a:solidFill>
                <a:effectLst/>
                <a:uLnTx/>
                <a:uFillTx/>
                <a:latin typeface="思源黑体 CN Regular" panose="020B0500000000000000" charset="-122"/>
                <a:ea typeface="思源黑体 CN Regular" panose="020B0500000000000000" charset="-122"/>
                <a:sym typeface="+mn-ea"/>
              </a:endParaRPr>
            </a:p>
          </p:txBody>
        </p:sp>
        <p:sp>
          <p:nvSpPr>
            <p:cNvPr id="30" name="流程图: 联系 29"/>
            <p:cNvSpPr>
              <a:spLocks noChangeAspect="1"/>
            </p:cNvSpPr>
            <p:nvPr>
              <p:custDataLst>
                <p:tags r:id="rId13"/>
              </p:custDataLst>
            </p:nvPr>
          </p:nvSpPr>
          <p:spPr>
            <a:xfrm>
              <a:off x="1292" y="6652"/>
              <a:ext cx="113" cy="113"/>
            </a:xfrm>
            <a:prstGeom prst="flowChartConnector">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endParaRPr lang="zh-CN" altLang="en-US" noProof="0" dirty="0">
                <a:ln>
                  <a:noFill/>
                </a:ln>
                <a:solidFill>
                  <a:prstClr val="white"/>
                </a:solidFill>
                <a:effectLst/>
                <a:uLnTx/>
                <a:uFillTx/>
                <a:latin typeface="思源黑体 CN Regular" panose="020B0500000000000000" charset="-122"/>
                <a:ea typeface="思源黑体 CN Regular" panose="020B0500000000000000" charset="-122"/>
                <a:sym typeface="+mn-ea"/>
              </a:endParaRPr>
            </a:p>
          </p:txBody>
        </p:sp>
        <p:sp>
          <p:nvSpPr>
            <p:cNvPr id="31" name="流程图: 联系 30"/>
            <p:cNvSpPr>
              <a:spLocks noChangeAspect="1"/>
            </p:cNvSpPr>
            <p:nvPr>
              <p:custDataLst>
                <p:tags r:id="rId14"/>
              </p:custDataLst>
            </p:nvPr>
          </p:nvSpPr>
          <p:spPr>
            <a:xfrm>
              <a:off x="1292" y="7227"/>
              <a:ext cx="113" cy="113"/>
            </a:xfrm>
            <a:prstGeom prst="flowChartConnector">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endParaRPr lang="zh-CN" altLang="en-US" noProof="0" dirty="0">
                <a:ln>
                  <a:noFill/>
                </a:ln>
                <a:solidFill>
                  <a:prstClr val="white"/>
                </a:solidFill>
                <a:effectLst/>
                <a:uLnTx/>
                <a:uFillTx/>
                <a:latin typeface="思源黑体 CN Regular" panose="020B0500000000000000" charset="-122"/>
                <a:ea typeface="思源黑体 CN Regular" panose="020B0500000000000000" charset="-122"/>
                <a:sym typeface="+mn-ea"/>
              </a:endParaRPr>
            </a:p>
          </p:txBody>
        </p:sp>
        <p:sp>
          <p:nvSpPr>
            <p:cNvPr id="32" name="流程图: 联系 31"/>
            <p:cNvSpPr>
              <a:spLocks noChangeAspect="1"/>
            </p:cNvSpPr>
            <p:nvPr>
              <p:custDataLst>
                <p:tags r:id="rId15"/>
              </p:custDataLst>
            </p:nvPr>
          </p:nvSpPr>
          <p:spPr>
            <a:xfrm>
              <a:off x="1292" y="7812"/>
              <a:ext cx="113" cy="113"/>
            </a:xfrm>
            <a:prstGeom prst="flowChartConnector">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endParaRPr lang="zh-CN" altLang="en-US" noProof="0" dirty="0">
                <a:ln>
                  <a:noFill/>
                </a:ln>
                <a:solidFill>
                  <a:prstClr val="white"/>
                </a:solidFill>
                <a:effectLst/>
                <a:uLnTx/>
                <a:uFillTx/>
                <a:latin typeface="思源黑体 CN Regular" panose="020B0500000000000000" charset="-122"/>
                <a:ea typeface="思源黑体 CN Regular" panose="020B0500000000000000" charset="-122"/>
                <a:sym typeface="+mn-ea"/>
              </a:endParaRPr>
            </a:p>
          </p:txBody>
        </p:sp>
        <p:sp>
          <p:nvSpPr>
            <p:cNvPr id="33" name="流程图: 联系 32"/>
            <p:cNvSpPr>
              <a:spLocks noChangeAspect="1"/>
            </p:cNvSpPr>
            <p:nvPr>
              <p:custDataLst>
                <p:tags r:id="rId16"/>
              </p:custDataLst>
            </p:nvPr>
          </p:nvSpPr>
          <p:spPr>
            <a:xfrm>
              <a:off x="1292" y="8476"/>
              <a:ext cx="113" cy="113"/>
            </a:xfrm>
            <a:prstGeom prst="flowChartConnector">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endParaRPr lang="zh-CN" altLang="en-US" noProof="0" dirty="0">
                <a:ln>
                  <a:noFill/>
                </a:ln>
                <a:solidFill>
                  <a:prstClr val="white"/>
                </a:solidFill>
                <a:effectLst/>
                <a:uLnTx/>
                <a:uFillTx/>
                <a:latin typeface="思源黑体 CN Regular" panose="020B0500000000000000" charset="-122"/>
                <a:ea typeface="思源黑体 CN Regular" panose="020B0500000000000000" charset="-122"/>
                <a:sym typeface="+mn-ea"/>
              </a:endParaRPr>
            </a:p>
          </p:txBody>
        </p:sp>
      </p:grpSp>
      <p:sp>
        <p:nvSpPr>
          <p:cNvPr id="41" name="矩形 40"/>
          <p:cNvSpPr/>
          <p:nvPr>
            <p:custDataLst>
              <p:tags r:id="rId17"/>
            </p:custDataLst>
          </p:nvPr>
        </p:nvSpPr>
        <p:spPr>
          <a:xfrm>
            <a:off x="701040" y="3315643"/>
            <a:ext cx="5213928" cy="76236"/>
          </a:xfrm>
          <a:prstGeom prst="rect">
            <a:avLst/>
          </a:prstGeom>
          <a:gradFill>
            <a:gsLst>
              <a:gs pos="100000">
                <a:srgbClr val="0FAF9B"/>
              </a:gs>
              <a:gs pos="0">
                <a:srgbClr val="E2FCF9"/>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endParaRPr lang="zh-CN" altLang="en-US" noProof="0">
              <a:ln>
                <a:noFill/>
              </a:ln>
              <a:solidFill>
                <a:srgbClr val="FFFFFF"/>
              </a:solidFill>
              <a:effectLst/>
              <a:uLnTx/>
              <a:uFillTx/>
              <a:latin typeface="Montserrat" panose="02000505000000020004"/>
              <a:ea typeface="思源黑体 CN Normal" panose="020B0400000000000000" pitchFamily="34" charset="-122"/>
              <a:sym typeface="+mn-ea"/>
            </a:endParaRPr>
          </a:p>
        </p:txBody>
      </p:sp>
      <p:sp>
        <p:nvSpPr>
          <p:cNvPr id="43" name="矩形 42"/>
          <p:cNvSpPr/>
          <p:nvPr>
            <p:custDataLst>
              <p:tags r:id="rId18"/>
            </p:custDataLst>
          </p:nvPr>
        </p:nvSpPr>
        <p:spPr>
          <a:xfrm>
            <a:off x="701040" y="834787"/>
            <a:ext cx="5213928" cy="247958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 name="矩形 60"/>
          <p:cNvSpPr/>
          <p:nvPr>
            <p:custDataLst>
              <p:tags r:id="rId19"/>
            </p:custDataLst>
          </p:nvPr>
        </p:nvSpPr>
        <p:spPr bwMode="auto">
          <a:xfrm flipH="1">
            <a:off x="6145530" y="3377903"/>
            <a:ext cx="5213928" cy="3290867"/>
          </a:xfrm>
          <a:prstGeom prst="rect">
            <a:avLst/>
          </a:prstGeom>
          <a:gradFill>
            <a:gsLst>
              <a:gs pos="100000">
                <a:srgbClr val="F5FDFF">
                  <a:alpha val="0"/>
                </a:srgbClr>
              </a:gs>
              <a:gs pos="0">
                <a:srgbClr val="E2FCF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Montserrat" panose="02000505000000020004"/>
              <a:ea typeface="思源黑体 CN Normal" panose="020B0400000000000000" pitchFamily="34" charset="-122"/>
              <a:sym typeface="+mn-ea"/>
            </a:endParaRPr>
          </a:p>
        </p:txBody>
      </p:sp>
      <p:sp>
        <p:nvSpPr>
          <p:cNvPr id="62" name="矩形 61"/>
          <p:cNvSpPr/>
          <p:nvPr>
            <p:custDataLst>
              <p:tags r:id="rId20"/>
            </p:custDataLst>
          </p:nvPr>
        </p:nvSpPr>
        <p:spPr>
          <a:xfrm>
            <a:off x="6375510" y="3459222"/>
            <a:ext cx="5131339" cy="2027250"/>
          </a:xfrm>
          <a:prstGeom prst="rect">
            <a:avLst/>
          </a:prstGeom>
        </p:spPr>
        <p:txBody>
          <a:bodyPr wrap="square" tIns="90170" bIns="90170" rtlCol="0" anchor="t" anchorCtr="0">
            <a:noAutofit/>
          </a:bodyPr>
          <a:lstStyle>
            <a:lvl1pPr marL="0" indent="0" algn="l" eaLnBrk="1" fontAlgn="auto" latinLnBrk="0" hangingPunct="1">
              <a:buSzPct val="80000"/>
              <a:buFont typeface="+mj-lt"/>
              <a:buNone/>
              <a:defRPr sz="2000" b="0">
                <a:solidFill>
                  <a:schemeClr val="bg2">
                    <a:lumMod val="25000"/>
                  </a:schemeClr>
                </a:solidFill>
                <a:latin typeface="微软雅黑" panose="020B0503020204020204" charset="-122"/>
                <a:ea typeface="微软雅黑" panose="020B050302020402020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lgn="l">
              <a:lnSpc>
                <a:spcPct val="120000"/>
              </a:lnSpc>
              <a:spcAft>
                <a:spcPts val="600"/>
              </a:spcAft>
              <a:buClr>
                <a:srgbClr val="0080CB"/>
              </a:buClr>
              <a:buFont typeface="Wingdings" panose="05000000000000000000" charset="0"/>
            </a:pPr>
            <a:r>
              <a:rPr lang="zh-CN" altLang="en-US" sz="1600" dirty="0">
                <a:solidFill>
                  <a:srgbClr val="666666"/>
                </a:solidFill>
                <a:latin typeface="思源黑体 CN Bold" panose="020B0800000000000000" charset="-122"/>
                <a:ea typeface="思源黑体 CN Bold" panose="020B0800000000000000" charset="-122"/>
                <a:sym typeface="+mn-ea"/>
              </a:rPr>
              <a:t>突出内容</a:t>
            </a:r>
            <a:r>
              <a:rPr lang="zh-CN" altLang="en-US" sz="1600" dirty="0">
                <a:solidFill>
                  <a:srgbClr val="666666"/>
                </a:solidFill>
                <a:latin typeface="+mn-lt"/>
                <a:ea typeface="思源黑体 CN Regular" panose="020B0500000000000000" charset="-122"/>
                <a:sym typeface="+mn-ea"/>
              </a:rPr>
              <a:t>非突出内容描述可不加粗，突出内容加粗</a:t>
            </a:r>
            <a:endParaRPr lang="en-US" sz="1600" dirty="0">
              <a:solidFill>
                <a:srgbClr val="666666"/>
              </a:solidFill>
              <a:latin typeface="+mn-lt"/>
              <a:ea typeface="思源黑体 CN Regular" panose="020B0500000000000000" charset="-122"/>
              <a:sym typeface="+mn-ea"/>
            </a:endParaRPr>
          </a:p>
          <a:p>
            <a:pPr lvl="0" algn="l">
              <a:lnSpc>
                <a:spcPct val="120000"/>
              </a:lnSpc>
              <a:spcAft>
                <a:spcPts val="600"/>
              </a:spcAft>
              <a:buClr>
                <a:srgbClr val="0080CB"/>
              </a:buClr>
              <a:buFont typeface="Wingdings" panose="05000000000000000000" charset="0"/>
            </a:pPr>
            <a:r>
              <a:rPr lang="zh-CN" altLang="en-US" sz="1600" dirty="0">
                <a:solidFill>
                  <a:srgbClr val="666666"/>
                </a:solidFill>
                <a:latin typeface="+mn-lt"/>
                <a:ea typeface="思源黑体 CN Regular" panose="020B0500000000000000" charset="-122"/>
                <a:sym typeface="+mn-ea"/>
              </a:rPr>
              <a:t>无需突出内容描述可不加粗</a:t>
            </a:r>
            <a:endParaRPr lang="zh-CN" altLang="en-US" sz="1600" dirty="0">
              <a:solidFill>
                <a:srgbClr val="666666"/>
              </a:solidFill>
              <a:latin typeface="+mn-lt"/>
              <a:ea typeface="思源黑体 CN Regular" panose="020B0500000000000000" charset="-122"/>
              <a:sym typeface="+mn-ea"/>
            </a:endParaRPr>
          </a:p>
          <a:p>
            <a:pPr lvl="0" algn="l">
              <a:lnSpc>
                <a:spcPct val="120000"/>
              </a:lnSpc>
              <a:spcAft>
                <a:spcPts val="600"/>
              </a:spcAft>
              <a:buClr>
                <a:srgbClr val="0080CB"/>
              </a:buClr>
              <a:buFont typeface="Wingdings" panose="05000000000000000000" charset="0"/>
            </a:pPr>
            <a:r>
              <a:rPr lang="zh-CN" altLang="en-US" sz="1600" dirty="0">
                <a:solidFill>
                  <a:srgbClr val="666666"/>
                </a:solidFill>
                <a:latin typeface="+mn-lt"/>
                <a:ea typeface="思源黑体 CN Regular" panose="020B0500000000000000" charset="-122"/>
                <a:sym typeface="+mn-ea"/>
              </a:rPr>
              <a:t>无需突出内容描述可不加粗，可不加粗</a:t>
            </a:r>
            <a:endParaRPr lang="zh-CN" altLang="en-US" sz="1600" dirty="0">
              <a:solidFill>
                <a:srgbClr val="666666"/>
              </a:solidFill>
              <a:latin typeface="+mn-lt"/>
              <a:ea typeface="思源黑体 CN Regular" panose="020B0500000000000000" charset="-122"/>
              <a:sym typeface="+mn-ea"/>
            </a:endParaRPr>
          </a:p>
          <a:p>
            <a:pPr lvl="0" algn="l">
              <a:lnSpc>
                <a:spcPct val="120000"/>
              </a:lnSpc>
              <a:spcAft>
                <a:spcPts val="600"/>
              </a:spcAft>
              <a:buClr>
                <a:srgbClr val="0080CB"/>
              </a:buClr>
              <a:buFont typeface="Wingdings" panose="05000000000000000000" charset="0"/>
            </a:pPr>
            <a:r>
              <a:rPr lang="zh-CN" altLang="en-US" sz="1600" dirty="0">
                <a:solidFill>
                  <a:srgbClr val="666666"/>
                </a:solidFill>
                <a:latin typeface="思源黑体 CN Bold" panose="020B0800000000000000" charset="-122"/>
                <a:ea typeface="思源黑体 CN Bold" panose="020B0800000000000000" charset="-122"/>
                <a:sym typeface="+mn-ea"/>
              </a:rPr>
              <a:t>想特别突出内容可加大字号、加粗或改颜色</a:t>
            </a:r>
            <a:endParaRPr lang="zh-CN" altLang="en-US" sz="1600" dirty="0">
              <a:solidFill>
                <a:srgbClr val="666666"/>
              </a:solidFill>
              <a:latin typeface="思源黑体 CN Bold" panose="020B0800000000000000" charset="-122"/>
              <a:ea typeface="思源黑体 CN Bold" panose="020B0800000000000000" charset="-122"/>
              <a:sym typeface="+mn-ea"/>
            </a:endParaRPr>
          </a:p>
          <a:p>
            <a:pPr lvl="0" algn="l">
              <a:lnSpc>
                <a:spcPct val="120000"/>
              </a:lnSpc>
              <a:spcAft>
                <a:spcPts val="600"/>
              </a:spcAft>
              <a:buClr>
                <a:srgbClr val="0080CB"/>
              </a:buClr>
              <a:buFont typeface="Wingdings" panose="05000000000000000000" charset="0"/>
            </a:pPr>
            <a:r>
              <a:rPr lang="zh-CN" altLang="en-US" sz="1600" dirty="0">
                <a:solidFill>
                  <a:srgbClr val="666666"/>
                </a:solidFill>
                <a:latin typeface="+mn-lt"/>
                <a:ea typeface="思源黑体 CN Regular" panose="020B0500000000000000" charset="-122"/>
                <a:sym typeface="+mn-ea"/>
              </a:rPr>
              <a:t>非重点内容</a:t>
            </a:r>
            <a:r>
              <a:rPr lang="en-US" sz="1600" dirty="0">
                <a:solidFill>
                  <a:srgbClr val="666666"/>
                </a:solidFill>
                <a:latin typeface="+mn-lt"/>
                <a:ea typeface="思源黑体 CN Regular" panose="020B0500000000000000" charset="-122"/>
                <a:sym typeface="+mn-ea"/>
              </a:rPr>
              <a:t>: </a:t>
            </a:r>
            <a:r>
              <a:rPr lang="zh-CN" altLang="en-US" sz="1600" dirty="0">
                <a:solidFill>
                  <a:srgbClr val="666666"/>
                </a:solidFill>
                <a:latin typeface="思源黑体 CN Bold" panose="020B0800000000000000" charset="-122"/>
                <a:ea typeface="思源黑体 CN Bold" panose="020B0800000000000000" charset="-122"/>
                <a:sym typeface="+mn-ea"/>
              </a:rPr>
              <a:t>需突出内容可加粗、改变颜色来加持</a:t>
            </a:r>
            <a:endParaRPr lang="zh-CN" altLang="en-US" sz="1600" dirty="0">
              <a:solidFill>
                <a:srgbClr val="FF841E"/>
              </a:solidFill>
              <a:latin typeface="思源黑体 CN Bold" panose="020B0800000000000000" charset="-122"/>
              <a:ea typeface="思源黑体 CN Bold" panose="020B0800000000000000" charset="-122"/>
              <a:sym typeface="+mn-ea"/>
            </a:endParaRPr>
          </a:p>
        </p:txBody>
      </p:sp>
      <p:pic>
        <p:nvPicPr>
          <p:cNvPr id="63" name="Picture 37" descr="A circuit board&#10;&#10;Description automatically generated"/>
          <p:cNvPicPr>
            <a:picLocks noChangeAspect="1"/>
          </p:cNvPicPr>
          <p:nvPr>
            <p:custDataLst>
              <p:tags r:id="rId21"/>
            </p:custDataLst>
          </p:nvPr>
        </p:nvPicPr>
        <p:blipFill rotWithShape="1">
          <a:blip r:embed="rId4" cstate="screen"/>
          <a:srcRect/>
          <a:stretch>
            <a:fillRect/>
          </a:stretch>
        </p:blipFill>
        <p:spPr>
          <a:xfrm>
            <a:off x="6375510" y="5513155"/>
            <a:ext cx="949777" cy="801117"/>
          </a:xfrm>
          <a:prstGeom prst="rect">
            <a:avLst/>
          </a:prstGeom>
        </p:spPr>
      </p:pic>
      <p:pic>
        <p:nvPicPr>
          <p:cNvPr id="64" name="图片 63"/>
          <p:cNvPicPr>
            <a:picLocks noChangeAspect="1"/>
          </p:cNvPicPr>
          <p:nvPr>
            <p:custDataLst>
              <p:tags r:id="rId22"/>
            </p:custDataLst>
          </p:nvPr>
        </p:nvPicPr>
        <p:blipFill>
          <a:blip r:embed="rId6" cstate="screen"/>
          <a:stretch>
            <a:fillRect/>
          </a:stretch>
        </p:blipFill>
        <p:spPr>
          <a:xfrm>
            <a:off x="8593351" y="5486472"/>
            <a:ext cx="1189922" cy="880529"/>
          </a:xfrm>
          <a:prstGeom prst="rect">
            <a:avLst/>
          </a:prstGeom>
        </p:spPr>
      </p:pic>
      <p:pic>
        <p:nvPicPr>
          <p:cNvPr id="65" name="图片 5"/>
          <p:cNvPicPr>
            <a:picLocks noChangeAspect="1"/>
          </p:cNvPicPr>
          <p:nvPr>
            <p:custDataLst>
              <p:tags r:id="rId23"/>
            </p:custDataLst>
          </p:nvPr>
        </p:nvPicPr>
        <p:blipFill>
          <a:blip r:embed="rId8" cstate="screen"/>
          <a:srcRect/>
          <a:stretch>
            <a:fillRect/>
          </a:stretch>
        </p:blipFill>
        <p:spPr bwMode="auto">
          <a:xfrm rot="21341619">
            <a:off x="7351334" y="5526496"/>
            <a:ext cx="1095897" cy="729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图片 65" descr="服务器电源"/>
          <p:cNvPicPr>
            <a:picLocks noChangeAspect="1"/>
          </p:cNvPicPr>
          <p:nvPr>
            <p:custDataLst>
              <p:tags r:id="rId24"/>
            </p:custDataLst>
          </p:nvPr>
        </p:nvPicPr>
        <p:blipFill>
          <a:blip r:embed="rId10" cstate="screen"/>
          <a:stretch>
            <a:fillRect/>
          </a:stretch>
        </p:blipFill>
        <p:spPr>
          <a:xfrm>
            <a:off x="9903345" y="5589391"/>
            <a:ext cx="1290935" cy="654362"/>
          </a:xfrm>
          <a:prstGeom prst="rect">
            <a:avLst/>
          </a:prstGeom>
        </p:spPr>
      </p:pic>
      <p:grpSp>
        <p:nvGrpSpPr>
          <p:cNvPr id="67" name="组合 66"/>
          <p:cNvGrpSpPr/>
          <p:nvPr>
            <p:custDataLst>
              <p:tags r:id="rId25"/>
            </p:custDataLst>
          </p:nvPr>
        </p:nvGrpSpPr>
        <p:grpSpPr>
          <a:xfrm>
            <a:off x="6264967" y="3665060"/>
            <a:ext cx="71154" cy="1602233"/>
            <a:chOff x="1292" y="6066"/>
            <a:chExt cx="112" cy="2522"/>
          </a:xfrm>
          <a:solidFill>
            <a:srgbClr val="0FAF9B"/>
          </a:solidFill>
        </p:grpSpPr>
        <p:sp>
          <p:nvSpPr>
            <p:cNvPr id="68" name="流程图: 联系 67"/>
            <p:cNvSpPr>
              <a:spLocks noChangeAspect="1"/>
            </p:cNvSpPr>
            <p:nvPr>
              <p:custDataLst>
                <p:tags r:id="rId26"/>
              </p:custDataLst>
            </p:nvPr>
          </p:nvSpPr>
          <p:spPr>
            <a:xfrm>
              <a:off x="1292" y="6066"/>
              <a:ext cx="113" cy="113"/>
            </a:xfrm>
            <a:prstGeom prst="flowChartConnector">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endParaRPr lang="zh-CN" altLang="en-US" noProof="0" dirty="0">
                <a:ln>
                  <a:noFill/>
                </a:ln>
                <a:solidFill>
                  <a:prstClr val="white"/>
                </a:solidFill>
                <a:effectLst/>
                <a:uLnTx/>
                <a:uFillTx/>
                <a:latin typeface="思源黑体 CN Regular" panose="020B0500000000000000" charset="-122"/>
                <a:ea typeface="思源黑体 CN Regular" panose="020B0500000000000000" charset="-122"/>
                <a:sym typeface="+mn-ea"/>
              </a:endParaRPr>
            </a:p>
          </p:txBody>
        </p:sp>
        <p:sp>
          <p:nvSpPr>
            <p:cNvPr id="69" name="流程图: 联系 68"/>
            <p:cNvSpPr>
              <a:spLocks noChangeAspect="1"/>
            </p:cNvSpPr>
            <p:nvPr>
              <p:custDataLst>
                <p:tags r:id="rId27"/>
              </p:custDataLst>
            </p:nvPr>
          </p:nvSpPr>
          <p:spPr>
            <a:xfrm>
              <a:off x="1292" y="6652"/>
              <a:ext cx="113" cy="113"/>
            </a:xfrm>
            <a:prstGeom prst="flowChartConnector">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endParaRPr lang="zh-CN" altLang="en-US" noProof="0" dirty="0">
                <a:ln>
                  <a:noFill/>
                </a:ln>
                <a:solidFill>
                  <a:prstClr val="white"/>
                </a:solidFill>
                <a:effectLst/>
                <a:uLnTx/>
                <a:uFillTx/>
                <a:latin typeface="思源黑体 CN Regular" panose="020B0500000000000000" charset="-122"/>
                <a:ea typeface="思源黑体 CN Regular" panose="020B0500000000000000" charset="-122"/>
                <a:sym typeface="+mn-ea"/>
              </a:endParaRPr>
            </a:p>
          </p:txBody>
        </p:sp>
        <p:sp>
          <p:nvSpPr>
            <p:cNvPr id="70" name="流程图: 联系 69"/>
            <p:cNvSpPr>
              <a:spLocks noChangeAspect="1"/>
            </p:cNvSpPr>
            <p:nvPr>
              <p:custDataLst>
                <p:tags r:id="rId28"/>
              </p:custDataLst>
            </p:nvPr>
          </p:nvSpPr>
          <p:spPr>
            <a:xfrm>
              <a:off x="1292" y="7227"/>
              <a:ext cx="113" cy="113"/>
            </a:xfrm>
            <a:prstGeom prst="flowChartConnector">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endParaRPr lang="zh-CN" altLang="en-US" noProof="0" dirty="0">
                <a:ln>
                  <a:noFill/>
                </a:ln>
                <a:solidFill>
                  <a:prstClr val="white"/>
                </a:solidFill>
                <a:effectLst/>
                <a:uLnTx/>
                <a:uFillTx/>
                <a:latin typeface="思源黑体 CN Regular" panose="020B0500000000000000" charset="-122"/>
                <a:ea typeface="思源黑体 CN Regular" panose="020B0500000000000000" charset="-122"/>
                <a:sym typeface="+mn-ea"/>
              </a:endParaRPr>
            </a:p>
          </p:txBody>
        </p:sp>
        <p:sp>
          <p:nvSpPr>
            <p:cNvPr id="71" name="流程图: 联系 70"/>
            <p:cNvSpPr>
              <a:spLocks noChangeAspect="1"/>
            </p:cNvSpPr>
            <p:nvPr>
              <p:custDataLst>
                <p:tags r:id="rId29"/>
              </p:custDataLst>
            </p:nvPr>
          </p:nvSpPr>
          <p:spPr>
            <a:xfrm>
              <a:off x="1292" y="7812"/>
              <a:ext cx="113" cy="113"/>
            </a:xfrm>
            <a:prstGeom prst="flowChartConnector">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endParaRPr lang="zh-CN" altLang="en-US" noProof="0" dirty="0">
                <a:ln>
                  <a:noFill/>
                </a:ln>
                <a:solidFill>
                  <a:prstClr val="white"/>
                </a:solidFill>
                <a:effectLst/>
                <a:uLnTx/>
                <a:uFillTx/>
                <a:latin typeface="思源黑体 CN Regular" panose="020B0500000000000000" charset="-122"/>
                <a:ea typeface="思源黑体 CN Regular" panose="020B0500000000000000" charset="-122"/>
                <a:sym typeface="+mn-ea"/>
              </a:endParaRPr>
            </a:p>
          </p:txBody>
        </p:sp>
        <p:sp>
          <p:nvSpPr>
            <p:cNvPr id="72" name="流程图: 联系 71"/>
            <p:cNvSpPr>
              <a:spLocks noChangeAspect="1"/>
            </p:cNvSpPr>
            <p:nvPr>
              <p:custDataLst>
                <p:tags r:id="rId30"/>
              </p:custDataLst>
            </p:nvPr>
          </p:nvSpPr>
          <p:spPr>
            <a:xfrm>
              <a:off x="1292" y="8476"/>
              <a:ext cx="113" cy="113"/>
            </a:xfrm>
            <a:prstGeom prst="flowChartConnector">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endParaRPr lang="zh-CN" altLang="en-US" noProof="0" dirty="0">
                <a:ln>
                  <a:noFill/>
                </a:ln>
                <a:solidFill>
                  <a:prstClr val="white"/>
                </a:solidFill>
                <a:effectLst/>
                <a:uLnTx/>
                <a:uFillTx/>
                <a:latin typeface="思源黑体 CN Regular" panose="020B0500000000000000" charset="-122"/>
                <a:ea typeface="思源黑体 CN Regular" panose="020B0500000000000000" charset="-122"/>
                <a:sym typeface="+mn-ea"/>
              </a:endParaRPr>
            </a:p>
          </p:txBody>
        </p:sp>
      </p:grpSp>
      <p:sp>
        <p:nvSpPr>
          <p:cNvPr id="73" name="矩形 72"/>
          <p:cNvSpPr/>
          <p:nvPr>
            <p:custDataLst>
              <p:tags r:id="rId31"/>
            </p:custDataLst>
          </p:nvPr>
        </p:nvSpPr>
        <p:spPr>
          <a:xfrm>
            <a:off x="6145530" y="3315643"/>
            <a:ext cx="5213928" cy="76236"/>
          </a:xfrm>
          <a:prstGeom prst="rect">
            <a:avLst/>
          </a:prstGeom>
          <a:gradFill>
            <a:gsLst>
              <a:gs pos="100000">
                <a:srgbClr val="0FAF9B"/>
              </a:gs>
              <a:gs pos="0">
                <a:srgbClr val="E2FCF9"/>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endParaRPr lang="zh-CN" altLang="en-US" noProof="0">
              <a:ln>
                <a:noFill/>
              </a:ln>
              <a:solidFill>
                <a:srgbClr val="FFFFFF"/>
              </a:solidFill>
              <a:effectLst/>
              <a:uLnTx/>
              <a:uFillTx/>
              <a:latin typeface="Montserrat" panose="02000505000000020004"/>
              <a:ea typeface="思源黑体 CN Normal" panose="020B0400000000000000" pitchFamily="34" charset="-122"/>
              <a:sym typeface="+mn-ea"/>
            </a:endParaRPr>
          </a:p>
        </p:txBody>
      </p:sp>
      <p:sp>
        <p:nvSpPr>
          <p:cNvPr id="74" name="矩形 73"/>
          <p:cNvSpPr/>
          <p:nvPr>
            <p:custDataLst>
              <p:tags r:id="rId32"/>
            </p:custDataLst>
          </p:nvPr>
        </p:nvSpPr>
        <p:spPr>
          <a:xfrm>
            <a:off x="6145530" y="834787"/>
            <a:ext cx="5213928" cy="247958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275590" y="182245"/>
            <a:ext cx="4931410" cy="521970"/>
          </a:xfrm>
          <a:prstGeom prst="rect">
            <a:avLst/>
          </a:prstGeom>
        </p:spPr>
        <p:txBody>
          <a:bodyPr wrap="square">
            <a:spAutoFit/>
          </a:bodyPr>
          <a:p>
            <a:pPr lvl="0" algn="l">
              <a:buClrTx/>
              <a:buSzTx/>
              <a:buFontTx/>
            </a:pPr>
            <a:r>
              <a:rPr lang="zh-CN" altLang="en-US" sz="2800" dirty="0">
                <a:solidFill>
                  <a:srgbClr val="0FAF9B"/>
                </a:solidFill>
                <a:latin typeface="思源黑体 CN Bold" panose="020B0800000000000000" charset="-122"/>
                <a:ea typeface="思源黑体 CN Bold" panose="020B0800000000000000" charset="-122"/>
                <a:sym typeface="+mn-ea"/>
              </a:rPr>
              <a:t>在这输入你的大标题</a:t>
            </a:r>
            <a:endParaRPr lang="zh-CN" altLang="en-US" sz="2800" dirty="0">
              <a:solidFill>
                <a:srgbClr val="0FAF9B"/>
              </a:solidFill>
              <a:latin typeface="思源黑体 CN Bold" panose="020B0800000000000000" charset="-122"/>
              <a:ea typeface="思源黑体 CN Bold" panose="020B0800000000000000" charset="-122"/>
              <a:sym typeface="+mn-ea"/>
            </a:endParaRPr>
          </a:p>
        </p:txBody>
      </p:sp>
      <p:sp>
        <p:nvSpPr>
          <p:cNvPr id="2" name="圆角矩形 1"/>
          <p:cNvSpPr/>
          <p:nvPr/>
        </p:nvSpPr>
        <p:spPr>
          <a:xfrm>
            <a:off x="684530" y="1143000"/>
            <a:ext cx="5257800" cy="5060315"/>
          </a:xfrm>
          <a:prstGeom prst="roundRect">
            <a:avLst>
              <a:gd name="adj" fmla="val 5709"/>
            </a:avLst>
          </a:prstGeom>
          <a:solidFill>
            <a:schemeClr val="bg1"/>
          </a:solidFill>
          <a:ln>
            <a:noFill/>
          </a:ln>
          <a:effectLst>
            <a:outerShdw blurRad="63500" algn="ctr"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圆角矩形 2"/>
          <p:cNvSpPr/>
          <p:nvPr/>
        </p:nvSpPr>
        <p:spPr>
          <a:xfrm>
            <a:off x="6248400" y="1143000"/>
            <a:ext cx="5257800" cy="5060315"/>
          </a:xfrm>
          <a:prstGeom prst="roundRect">
            <a:avLst>
              <a:gd name="adj" fmla="val 5709"/>
            </a:avLst>
          </a:prstGeom>
          <a:solidFill>
            <a:srgbClr val="0FAF9B"/>
          </a:solidFill>
          <a:ln>
            <a:noFill/>
          </a:ln>
          <a:effectLst>
            <a:outerShdw blurRad="63500" algn="ctr"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椭圆 4"/>
          <p:cNvSpPr/>
          <p:nvPr/>
        </p:nvSpPr>
        <p:spPr>
          <a:xfrm>
            <a:off x="4693285" y="2536190"/>
            <a:ext cx="2803525" cy="2803525"/>
          </a:xfrm>
          <a:prstGeom prst="ellipse">
            <a:avLst/>
          </a:prstGeom>
          <a:solidFill>
            <a:schemeClr val="bg1">
              <a:lumMod val="95000"/>
            </a:schemeClr>
          </a:solidFill>
          <a:ln>
            <a:noFill/>
          </a:ln>
          <a:effectLst>
            <a:outerShdw blurRad="63500" algn="ctr"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椭圆 10"/>
          <p:cNvSpPr/>
          <p:nvPr/>
        </p:nvSpPr>
        <p:spPr>
          <a:xfrm>
            <a:off x="4956175" y="2799715"/>
            <a:ext cx="2278380" cy="2278380"/>
          </a:xfrm>
          <a:prstGeom prst="ellipse">
            <a:avLst/>
          </a:prstGeom>
          <a:gradFill>
            <a:gsLst>
              <a:gs pos="0">
                <a:srgbClr val="AAEBE3">
                  <a:alpha val="39000"/>
                </a:srgbClr>
              </a:gs>
              <a:gs pos="32000">
                <a:srgbClr val="67CAC3">
                  <a:alpha val="100000"/>
                </a:srgbClr>
              </a:gs>
              <a:gs pos="81000">
                <a:srgbClr val="0FAF9B"/>
              </a:gs>
            </a:gsLst>
            <a:lin ang="7500000" scaled="0"/>
          </a:gradFill>
          <a:ln w="6055" cap="flat">
            <a:noFill/>
            <a:prstDash val="solid"/>
            <a:miter/>
          </a:ln>
        </p:spPr>
        <p:txBody>
          <a:bodyPr wrap="square" lIns="108000" tIns="108000" rIns="108000" bIns="108000" rtlCol="0" anchor="ctr">
            <a:noAutofit/>
          </a:bodyPr>
          <a:lstStyle/>
          <a:p>
            <a:pPr lvl="0" algn="ctr">
              <a:buClrTx/>
              <a:buSzTx/>
              <a:buFontTx/>
            </a:pPr>
            <a:endParaRPr lang="zh-CN" altLang="en-US">
              <a:latin typeface="Arial" panose="020B0604020202020204" pitchFamily="34" charset="0"/>
              <a:ea typeface="思源黑体 CN Regular" panose="020B0500000000000000" charset="-122"/>
              <a:sym typeface="+mn-ea"/>
            </a:endParaRPr>
          </a:p>
        </p:txBody>
      </p:sp>
      <p:sp>
        <p:nvSpPr>
          <p:cNvPr id="12" name="文本框 11"/>
          <p:cNvSpPr txBox="1"/>
          <p:nvPr/>
        </p:nvSpPr>
        <p:spPr>
          <a:xfrm>
            <a:off x="5360988" y="3316288"/>
            <a:ext cx="1468755" cy="1245235"/>
          </a:xfrm>
          <a:prstGeom prst="rect">
            <a:avLst/>
          </a:prstGeom>
          <a:noFill/>
        </p:spPr>
        <p:txBody>
          <a:bodyPr wrap="square" rtlCol="0">
            <a:spAutoFit/>
          </a:bodyPr>
          <a:p>
            <a:pPr algn="ctr"/>
            <a:r>
              <a:rPr lang="en-US" sz="7500" b="1" dirty="0">
                <a:solidFill>
                  <a:schemeClr val="bg1"/>
                </a:solidFill>
                <a:latin typeface="Arial" panose="020B0604020202020204" pitchFamily="34" charset="0"/>
                <a:ea typeface="思源黑体 CN Regular" panose="020B0500000000000000" charset="-122"/>
                <a:cs typeface="Arial" panose="020B0604020202020204" pitchFamily="34" charset="0"/>
              </a:rPr>
              <a:t>VS</a:t>
            </a:r>
            <a:endParaRPr lang="en-US" sz="7500" b="1" dirty="0">
              <a:solidFill>
                <a:schemeClr val="bg1"/>
              </a:solidFill>
              <a:latin typeface="Arial" panose="020B0604020202020204" pitchFamily="34" charset="0"/>
              <a:ea typeface="思源黑体 CN Regular" panose="020B0500000000000000" charset="-122"/>
              <a:cs typeface="Arial" panose="020B0604020202020204" pitchFamily="34" charset="0"/>
            </a:endParaRPr>
          </a:p>
        </p:txBody>
      </p:sp>
      <p:sp>
        <p:nvSpPr>
          <p:cNvPr id="4" name="文本框 3"/>
          <p:cNvSpPr txBox="1"/>
          <p:nvPr/>
        </p:nvSpPr>
        <p:spPr>
          <a:xfrm>
            <a:off x="1203960" y="2529205"/>
            <a:ext cx="3091815" cy="2842260"/>
          </a:xfrm>
          <a:prstGeom prst="rect">
            <a:avLst/>
          </a:prstGeom>
          <a:noFill/>
        </p:spPr>
        <p:txBody>
          <a:bodyPr wrap="square" rtlCol="0" anchor="ctr" anchorCtr="0">
            <a:spAutoFit/>
          </a:bodyPr>
          <a:p>
            <a:pPr algn="l" fontAlgn="ctr">
              <a:lnSpc>
                <a:spcPct val="110000"/>
              </a:lnSpc>
            </a:pPr>
            <a:r>
              <a:rPr lang="zh-CN" sz="1250" dirty="0">
                <a:solidFill>
                  <a:srgbClr val="585858"/>
                </a:solidFill>
                <a:latin typeface="思源黑体 CN Regular" panose="020B0500000000000000" charset="-122"/>
                <a:ea typeface="思源黑体 CN Regular" panose="020B0500000000000000" charset="-122"/>
                <a:cs typeface="思源黑体 CN Regular" panose="020B0500000000000000" charset="-122"/>
                <a:sym typeface="+mn-ea"/>
              </a:rPr>
              <a:t>请在这个里输入你的优势或缺点内容，请在这个里输入你的优势或缺点内容，请在这个里输入你的优势或缺点内容。</a:t>
            </a:r>
            <a:endParaRPr lang="zh-CN" sz="1250" dirty="0">
              <a:solidFill>
                <a:srgbClr val="585858"/>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gn="l" fontAlgn="ctr">
              <a:lnSpc>
                <a:spcPct val="110000"/>
              </a:lnSpc>
            </a:pPr>
            <a:endParaRPr lang="zh-CN" sz="1250" dirty="0">
              <a:solidFill>
                <a:srgbClr val="585858"/>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gn="l" fontAlgn="ctr">
              <a:lnSpc>
                <a:spcPct val="110000"/>
              </a:lnSpc>
            </a:pPr>
            <a:r>
              <a:rPr lang="zh-CN" sz="1250" dirty="0">
                <a:solidFill>
                  <a:srgbClr val="585858"/>
                </a:solidFill>
                <a:latin typeface="思源黑体 CN Regular" panose="020B0500000000000000" charset="-122"/>
                <a:ea typeface="思源黑体 CN Regular" panose="020B0500000000000000" charset="-122"/>
                <a:cs typeface="思源黑体 CN Regular" panose="020B0500000000000000" charset="-122"/>
                <a:sym typeface="+mn-ea"/>
              </a:rPr>
              <a:t>仅仅满足远传远控，智能化程度低。</a:t>
            </a:r>
            <a:endParaRPr lang="zh-CN" sz="1250" dirty="0">
              <a:solidFill>
                <a:srgbClr val="585858"/>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gn="l" fontAlgn="ctr">
              <a:lnSpc>
                <a:spcPct val="110000"/>
              </a:lnSpc>
            </a:pPr>
            <a:endParaRPr lang="zh-CN" sz="1250" dirty="0">
              <a:solidFill>
                <a:srgbClr val="585858"/>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gn="l" fontAlgn="ctr">
              <a:lnSpc>
                <a:spcPct val="110000"/>
              </a:lnSpc>
            </a:pPr>
            <a:r>
              <a:rPr lang="zh-CN" sz="1250" dirty="0">
                <a:solidFill>
                  <a:srgbClr val="585858"/>
                </a:solidFill>
                <a:latin typeface="思源黑体 CN Regular" panose="020B0500000000000000" charset="-122"/>
                <a:ea typeface="思源黑体 CN Regular" panose="020B0500000000000000" charset="-122"/>
                <a:cs typeface="思源黑体 CN Regular" panose="020B0500000000000000" charset="-122"/>
                <a:sym typeface="+mn-ea"/>
              </a:rPr>
              <a:t>傻大粗笨，搬运安装困难，实际防爆防护效果要求。</a:t>
            </a:r>
            <a:endParaRPr lang="zh-CN" sz="1250" dirty="0">
              <a:solidFill>
                <a:srgbClr val="585858"/>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gn="l" fontAlgn="ctr">
              <a:lnSpc>
                <a:spcPct val="110000"/>
              </a:lnSpc>
            </a:pPr>
            <a:endParaRPr lang="zh-CN" sz="1250" dirty="0">
              <a:solidFill>
                <a:srgbClr val="585858"/>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gn="l" fontAlgn="ctr">
              <a:lnSpc>
                <a:spcPct val="110000"/>
              </a:lnSpc>
            </a:pPr>
            <a:r>
              <a:rPr lang="zh-CN" sz="1250" dirty="0">
                <a:solidFill>
                  <a:srgbClr val="585858"/>
                </a:solidFill>
                <a:latin typeface="思源黑体 CN Regular" panose="020B0500000000000000" charset="-122"/>
                <a:ea typeface="思源黑体 CN Regular" panose="020B0500000000000000" charset="-122"/>
                <a:cs typeface="思源黑体 CN Regular" panose="020B0500000000000000" charset="-122"/>
                <a:sym typeface="+mn-ea"/>
              </a:rPr>
              <a:t>简单堆积，后期维护工作量大。</a:t>
            </a:r>
            <a:endParaRPr lang="zh-CN" sz="1250" dirty="0">
              <a:solidFill>
                <a:srgbClr val="585858"/>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gn="l" fontAlgn="ctr">
              <a:lnSpc>
                <a:spcPct val="110000"/>
              </a:lnSpc>
            </a:pPr>
            <a:endParaRPr lang="zh-CN" sz="1250" dirty="0">
              <a:solidFill>
                <a:srgbClr val="585858"/>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gn="l" fontAlgn="ctr">
              <a:lnSpc>
                <a:spcPct val="110000"/>
              </a:lnSpc>
            </a:pPr>
            <a:r>
              <a:rPr lang="zh-CN" sz="1250" dirty="0">
                <a:solidFill>
                  <a:srgbClr val="585858"/>
                </a:solidFill>
                <a:latin typeface="思源黑体 CN Regular" panose="020B0500000000000000" charset="-122"/>
                <a:ea typeface="思源黑体 CN Regular" panose="020B0500000000000000" charset="-122"/>
                <a:cs typeface="思源黑体 CN Regular" panose="020B0500000000000000" charset="-122"/>
                <a:sym typeface="+mn-ea"/>
              </a:rPr>
              <a:t>新概念层出不穷，往往只解决一小部分问题，缺乏总体规划。</a:t>
            </a:r>
            <a:endParaRPr lang="zh-CN" sz="1250" dirty="0">
              <a:solidFill>
                <a:srgbClr val="585858"/>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sp>
        <p:nvSpPr>
          <p:cNvPr id="14" name="文本框 13"/>
          <p:cNvSpPr txBox="1"/>
          <p:nvPr/>
        </p:nvSpPr>
        <p:spPr>
          <a:xfrm>
            <a:off x="981710" y="2075180"/>
            <a:ext cx="2284095" cy="398780"/>
          </a:xfrm>
          <a:prstGeom prst="rect">
            <a:avLst/>
          </a:prstGeom>
          <a:noFill/>
        </p:spPr>
        <p:txBody>
          <a:bodyPr wrap="square" rtlCol="0">
            <a:spAutoFit/>
          </a:bodyPr>
          <a:p>
            <a:pPr algn="l"/>
            <a:r>
              <a:rPr lang="zh-CN" altLang="en-US" sz="2000" dirty="0">
                <a:solidFill>
                  <a:srgbClr val="0FAF9B"/>
                </a:solidFill>
                <a:latin typeface="思源黑体 CN Bold" panose="020B0800000000000000" charset="-122"/>
                <a:ea typeface="思源黑体 CN Bold" panose="020B0800000000000000" charset="-122"/>
                <a:cs typeface="+mn-ea"/>
                <a:sym typeface="+mn-lt"/>
              </a:rPr>
              <a:t>输入你的标题</a:t>
            </a:r>
            <a:endParaRPr lang="zh-CN" altLang="en-US" sz="2000" dirty="0">
              <a:solidFill>
                <a:srgbClr val="0FAF9B"/>
              </a:solidFill>
              <a:latin typeface="思源黑体 CN Bold" panose="020B0800000000000000" charset="-122"/>
              <a:ea typeface="思源黑体 CN Bold" panose="020B0800000000000000" charset="-122"/>
              <a:cs typeface="+mn-ea"/>
              <a:sym typeface="+mn-lt"/>
            </a:endParaRPr>
          </a:p>
        </p:txBody>
      </p:sp>
      <p:sp>
        <p:nvSpPr>
          <p:cNvPr id="15" name="文本框 14"/>
          <p:cNvSpPr txBox="1"/>
          <p:nvPr/>
        </p:nvSpPr>
        <p:spPr>
          <a:xfrm>
            <a:off x="7733030" y="2075180"/>
            <a:ext cx="2284095" cy="398780"/>
          </a:xfrm>
          <a:prstGeom prst="rect">
            <a:avLst/>
          </a:prstGeom>
          <a:noFill/>
        </p:spPr>
        <p:txBody>
          <a:bodyPr wrap="square" rtlCol="0">
            <a:spAutoFit/>
          </a:bodyPr>
          <a:p>
            <a:pPr algn="l"/>
            <a:r>
              <a:rPr lang="zh-CN" altLang="en-US" sz="2000" dirty="0">
                <a:solidFill>
                  <a:schemeClr val="bg1"/>
                </a:solidFill>
                <a:latin typeface="思源黑体 CN Bold" panose="020B0800000000000000" charset="-122"/>
                <a:ea typeface="思源黑体 CN Bold" panose="020B0800000000000000" charset="-122"/>
                <a:cs typeface="+mn-ea"/>
                <a:sym typeface="+mn-lt"/>
              </a:rPr>
              <a:t>输入你的标题</a:t>
            </a:r>
            <a:endParaRPr lang="zh-CN" altLang="en-US" sz="2000" dirty="0">
              <a:solidFill>
                <a:schemeClr val="bg1"/>
              </a:solidFill>
              <a:latin typeface="思源黑体 CN Bold" panose="020B0800000000000000" charset="-122"/>
              <a:ea typeface="思源黑体 CN Bold" panose="020B0800000000000000" charset="-122"/>
              <a:cs typeface="+mn-ea"/>
              <a:sym typeface="+mn-lt"/>
            </a:endParaRPr>
          </a:p>
        </p:txBody>
      </p:sp>
      <p:cxnSp>
        <p:nvCxnSpPr>
          <p:cNvPr id="24" name="直接连接符 23"/>
          <p:cNvCxnSpPr/>
          <p:nvPr/>
        </p:nvCxnSpPr>
        <p:spPr>
          <a:xfrm>
            <a:off x="1055370" y="2475865"/>
            <a:ext cx="3455670" cy="0"/>
          </a:xfrm>
          <a:prstGeom prst="line">
            <a:avLst/>
          </a:prstGeom>
          <a:ln>
            <a:solidFill>
              <a:srgbClr val="0FAF9B"/>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806690" y="2475865"/>
            <a:ext cx="345567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7955280" y="2521585"/>
            <a:ext cx="3091815" cy="3476625"/>
          </a:xfrm>
          <a:prstGeom prst="rect">
            <a:avLst/>
          </a:prstGeom>
          <a:noFill/>
        </p:spPr>
        <p:txBody>
          <a:bodyPr wrap="square" rtlCol="0" anchor="ctr" anchorCtr="0">
            <a:spAutoFit/>
          </a:bodyPr>
          <a:p>
            <a:pPr algn="l" fontAlgn="ctr">
              <a:lnSpc>
                <a:spcPct val="110000"/>
              </a:lnSpc>
            </a:pPr>
            <a:r>
              <a:rPr lang="zh-CN" sz="125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rPr>
              <a:t>请在这个里输入你的优势或缺点内容，请在这个里输入你的优势或缺点内容。</a:t>
            </a:r>
            <a:endParaRPr lang="zh-CN" sz="125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gn="l" fontAlgn="ctr">
              <a:lnSpc>
                <a:spcPct val="110000"/>
              </a:lnSpc>
            </a:pPr>
            <a:endParaRPr lang="zh-CN" sz="125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gn="l" fontAlgn="ctr">
              <a:lnSpc>
                <a:spcPct val="110000"/>
              </a:lnSpc>
            </a:pPr>
            <a:r>
              <a:rPr lang="zh-CN" sz="125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rPr>
              <a:t>请在这个里输入你的优势或缺点内容，请在这个里输入你的优势或缺点内容，请在这个里输入你的优势或缺点内容。</a:t>
            </a:r>
            <a:endParaRPr lang="zh-CN" sz="125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gn="l" fontAlgn="ctr">
              <a:lnSpc>
                <a:spcPct val="110000"/>
              </a:lnSpc>
            </a:pPr>
            <a:endParaRPr lang="zh-CN" sz="125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gn="l" fontAlgn="ctr">
              <a:lnSpc>
                <a:spcPct val="110000"/>
              </a:lnSpc>
            </a:pPr>
            <a:r>
              <a:rPr lang="zh-CN" sz="125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rPr>
              <a:t>请在这个里输入你的优势或缺点内容，请在这个里输入你的优势或缺点内容，请在这个里输入你的优势。</a:t>
            </a:r>
            <a:endParaRPr lang="zh-CN" sz="125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gn="l" fontAlgn="ctr">
              <a:lnSpc>
                <a:spcPct val="110000"/>
              </a:lnSpc>
            </a:pPr>
            <a:endParaRPr lang="en-US" altLang="zh-CN" sz="125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gn="l" fontAlgn="ctr">
              <a:lnSpc>
                <a:spcPct val="110000"/>
              </a:lnSpc>
            </a:pPr>
            <a:r>
              <a:rPr lang="zh-CN" sz="125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rPr>
              <a:t>请在这个里输入你的优势或缺点内容，请在这个里输入你的优势或缺点内容。</a:t>
            </a:r>
            <a:endParaRPr lang="zh-CN" sz="125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gn="l" fontAlgn="ctr">
              <a:lnSpc>
                <a:spcPct val="110000"/>
              </a:lnSpc>
            </a:pPr>
            <a:endParaRPr lang="zh-CN" altLang="en-US" sz="125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endParaRPr>
          </a:p>
          <a:p>
            <a:pPr algn="l" fontAlgn="ctr">
              <a:lnSpc>
                <a:spcPct val="110000"/>
              </a:lnSpc>
            </a:pPr>
            <a:r>
              <a:rPr lang="zh-CN" sz="125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rPr>
              <a:t>请在这个里输入你的优势或缺点内容，请在这个里输入你的优势或缺点内容。</a:t>
            </a:r>
            <a:endParaRPr lang="zh-CN" altLang="en-US" sz="1250"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ea"/>
            </a:endParaRPr>
          </a:p>
        </p:txBody>
      </p:sp>
      <p:sp>
        <p:nvSpPr>
          <p:cNvPr id="8" name="椭圆 7"/>
          <p:cNvSpPr/>
          <p:nvPr/>
        </p:nvSpPr>
        <p:spPr>
          <a:xfrm>
            <a:off x="1093470" y="2698115"/>
            <a:ext cx="105410" cy="105410"/>
          </a:xfrm>
          <a:prstGeom prst="ellipse">
            <a:avLst/>
          </a:prstGeom>
          <a:solidFill>
            <a:srgbClr val="0FAF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椭圆 8"/>
          <p:cNvSpPr/>
          <p:nvPr/>
        </p:nvSpPr>
        <p:spPr>
          <a:xfrm>
            <a:off x="1093470" y="3496310"/>
            <a:ext cx="105410" cy="105410"/>
          </a:xfrm>
          <a:prstGeom prst="ellipse">
            <a:avLst/>
          </a:prstGeom>
          <a:solidFill>
            <a:srgbClr val="0FAF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 name="椭圆 33"/>
          <p:cNvSpPr/>
          <p:nvPr/>
        </p:nvSpPr>
        <p:spPr>
          <a:xfrm>
            <a:off x="1093470" y="3907790"/>
            <a:ext cx="105410" cy="105410"/>
          </a:xfrm>
          <a:prstGeom prst="ellipse">
            <a:avLst/>
          </a:prstGeom>
          <a:solidFill>
            <a:srgbClr val="0FAF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6" name="椭圆 35"/>
          <p:cNvSpPr/>
          <p:nvPr/>
        </p:nvSpPr>
        <p:spPr>
          <a:xfrm>
            <a:off x="1093470" y="4547870"/>
            <a:ext cx="105410" cy="105410"/>
          </a:xfrm>
          <a:prstGeom prst="ellipse">
            <a:avLst/>
          </a:prstGeom>
          <a:solidFill>
            <a:srgbClr val="0FAF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7" name="椭圆 36"/>
          <p:cNvSpPr/>
          <p:nvPr/>
        </p:nvSpPr>
        <p:spPr>
          <a:xfrm>
            <a:off x="1093470" y="4959350"/>
            <a:ext cx="105410" cy="105410"/>
          </a:xfrm>
          <a:prstGeom prst="ellipse">
            <a:avLst/>
          </a:prstGeom>
          <a:solidFill>
            <a:srgbClr val="0FAF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椭圆 9"/>
          <p:cNvSpPr/>
          <p:nvPr/>
        </p:nvSpPr>
        <p:spPr>
          <a:xfrm>
            <a:off x="7844155" y="2698115"/>
            <a:ext cx="105410" cy="1054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 name="椭圆 38"/>
          <p:cNvSpPr/>
          <p:nvPr/>
        </p:nvSpPr>
        <p:spPr>
          <a:xfrm>
            <a:off x="7844155" y="3291840"/>
            <a:ext cx="105410" cy="1054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 name="椭圆 39"/>
          <p:cNvSpPr/>
          <p:nvPr/>
        </p:nvSpPr>
        <p:spPr>
          <a:xfrm>
            <a:off x="7844155" y="4107815"/>
            <a:ext cx="105410" cy="1054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椭圆 16"/>
          <p:cNvSpPr/>
          <p:nvPr/>
        </p:nvSpPr>
        <p:spPr>
          <a:xfrm>
            <a:off x="7844155" y="4923790"/>
            <a:ext cx="105410" cy="1054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2" name="椭圆 41"/>
          <p:cNvSpPr/>
          <p:nvPr/>
        </p:nvSpPr>
        <p:spPr>
          <a:xfrm>
            <a:off x="7844155" y="5552440"/>
            <a:ext cx="105410" cy="1054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矩形 19"/>
          <p:cNvSpPr/>
          <p:nvPr/>
        </p:nvSpPr>
        <p:spPr>
          <a:xfrm>
            <a:off x="4398010" y="1287145"/>
            <a:ext cx="1265555" cy="118935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 name="矩形 20"/>
          <p:cNvSpPr/>
          <p:nvPr/>
        </p:nvSpPr>
        <p:spPr>
          <a:xfrm>
            <a:off x="9997440" y="1287145"/>
            <a:ext cx="1265555" cy="118935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C:\Users\M00018606\Desktop\01.png01"/>
          <p:cNvPicPr>
            <a:picLocks noChangeAspect="1"/>
          </p:cNvPicPr>
          <p:nvPr/>
        </p:nvPicPr>
        <p:blipFill>
          <a:blip r:embed="rId1"/>
          <a:srcRect/>
          <a:stretch>
            <a:fillRect/>
          </a:stretch>
        </p:blipFill>
        <p:spPr>
          <a:xfrm>
            <a:off x="0" y="0"/>
            <a:ext cx="12192000" cy="6858000"/>
          </a:xfrm>
          <a:prstGeom prst="rect">
            <a:avLst/>
          </a:prstGeom>
        </p:spPr>
      </p:pic>
      <p:sp>
        <p:nvSpPr>
          <p:cNvPr id="6" name="PA_文本框 13"/>
          <p:cNvSpPr txBox="1"/>
          <p:nvPr userDrawn="1">
            <p:custDataLst>
              <p:tags r:id="rId2"/>
            </p:custDataLst>
          </p:nvPr>
        </p:nvSpPr>
        <p:spPr>
          <a:xfrm>
            <a:off x="4593908" y="6370956"/>
            <a:ext cx="3004185" cy="168910"/>
          </a:xfrm>
          <a:prstGeom prst="rect">
            <a:avLst/>
          </a:prstGeom>
          <a:noFill/>
          <a:ln w="9525">
            <a:noFill/>
          </a:ln>
        </p:spPr>
        <p:txBody>
          <a:bodyPr wrap="square" lIns="0" tIns="0" rIns="0" bIns="0" anchor="ctr" anchorCtr="0">
            <a:spAutoFit/>
          </a:bodyPr>
          <a:p>
            <a:pPr algn="ctr">
              <a:lnSpc>
                <a:spcPct val="110000"/>
              </a:lnSpc>
            </a:pPr>
            <a:r>
              <a:rPr lang="en-US" altLang="zh-CN" sz="1000" dirty="0">
                <a:solidFill>
                  <a:schemeClr val="bg1">
                    <a:alpha val="70000"/>
                  </a:schemeClr>
                </a:solidFill>
                <a:latin typeface="微软雅黑 Light" panose="020B0502040204020203" charset="-122"/>
                <a:ea typeface="微软雅黑 Light" panose="020B0502040204020203" charset="-122"/>
                <a:cs typeface="微软雅黑 Light" panose="020B0502040204020203" charset="-122"/>
                <a:sym typeface="思源黑体 CN Regular" panose="020B0500000000000000" charset="-122"/>
              </a:rPr>
              <a:t>[ </a:t>
            </a:r>
            <a:r>
              <a:rPr lang="zh-CN" sz="1000" dirty="0">
                <a:solidFill>
                  <a:schemeClr val="bg1">
                    <a:alpha val="70000"/>
                  </a:schemeClr>
                </a:solidFill>
                <a:latin typeface="微软雅黑 Light" panose="020B0502040204020203" charset="-122"/>
                <a:ea typeface="微软雅黑 Light" panose="020B0502040204020203" charset="-122"/>
                <a:cs typeface="微软雅黑 Light" panose="020B0502040204020203" charset="-122"/>
                <a:sym typeface="思源黑体 CN Regular" panose="020B0500000000000000" charset="-122"/>
              </a:rPr>
              <a:t>注：此文档所有数据截止日期为</a:t>
            </a:r>
            <a:r>
              <a:rPr lang="en-US" altLang="zh-CN" sz="1000" dirty="0">
                <a:solidFill>
                  <a:schemeClr val="bg1">
                    <a:alpha val="70000"/>
                  </a:schemeClr>
                </a:solidFill>
                <a:latin typeface="微软雅黑 Light" panose="020B0502040204020203" charset="-122"/>
                <a:ea typeface="微软雅黑 Light" panose="020B0502040204020203" charset="-122"/>
                <a:cs typeface="微软雅黑 Light" panose="020B0502040204020203" charset="-122"/>
                <a:sym typeface="思源黑体 CN Regular" panose="020B0500000000000000" charset="-122"/>
              </a:rPr>
              <a:t>2026</a:t>
            </a:r>
            <a:r>
              <a:rPr lang="zh-CN" altLang="en-US" sz="1000" dirty="0">
                <a:solidFill>
                  <a:schemeClr val="bg1">
                    <a:alpha val="70000"/>
                  </a:schemeClr>
                </a:solidFill>
                <a:latin typeface="微软雅黑 Light" panose="020B0502040204020203" charset="-122"/>
                <a:ea typeface="微软雅黑 Light" panose="020B0502040204020203" charset="-122"/>
                <a:cs typeface="微软雅黑 Light" panose="020B0502040204020203" charset="-122"/>
                <a:sym typeface="思源黑体 CN Regular" panose="020B0500000000000000" charset="-122"/>
              </a:rPr>
              <a:t>年</a:t>
            </a:r>
            <a:r>
              <a:rPr lang="en-US" altLang="zh-CN" sz="1000" dirty="0">
                <a:solidFill>
                  <a:schemeClr val="bg1">
                    <a:alpha val="70000"/>
                  </a:schemeClr>
                </a:solidFill>
                <a:latin typeface="微软雅黑 Light" panose="020B0502040204020203" charset="-122"/>
                <a:ea typeface="微软雅黑 Light" panose="020B0502040204020203" charset="-122"/>
                <a:cs typeface="微软雅黑 Light" panose="020B0502040204020203" charset="-122"/>
                <a:sym typeface="思源黑体 CN Regular" panose="020B0500000000000000" charset="-122"/>
              </a:rPr>
              <a:t>4</a:t>
            </a:r>
            <a:r>
              <a:rPr lang="zh-CN" altLang="en-US" sz="1000" dirty="0">
                <a:solidFill>
                  <a:schemeClr val="bg1">
                    <a:alpha val="70000"/>
                  </a:schemeClr>
                </a:solidFill>
                <a:latin typeface="微软雅黑 Light" panose="020B0502040204020203" charset="-122"/>
                <a:ea typeface="微软雅黑 Light" panose="020B0502040204020203" charset="-122"/>
                <a:cs typeface="微软雅黑 Light" panose="020B0502040204020203" charset="-122"/>
                <a:sym typeface="思源黑体 CN Regular" panose="020B0500000000000000" charset="-122"/>
              </a:rPr>
              <a:t>月</a:t>
            </a:r>
            <a:r>
              <a:rPr lang="en-US" altLang="zh-CN" sz="1000" dirty="0">
                <a:solidFill>
                  <a:schemeClr val="bg1">
                    <a:alpha val="70000"/>
                  </a:schemeClr>
                </a:solidFill>
                <a:latin typeface="微软雅黑 Light" panose="020B0502040204020203" charset="-122"/>
                <a:ea typeface="微软雅黑 Light" panose="020B0502040204020203" charset="-122"/>
                <a:cs typeface="微软雅黑 Light" panose="020B0502040204020203" charset="-122"/>
                <a:sym typeface="思源黑体 CN Regular" panose="020B0500000000000000" charset="-122"/>
              </a:rPr>
              <a:t> ]</a:t>
            </a:r>
            <a:endParaRPr lang="en-US" altLang="zh-CN" sz="1000" dirty="0">
              <a:solidFill>
                <a:schemeClr val="bg1">
                  <a:alpha val="70000"/>
                </a:schemeClr>
              </a:solidFill>
              <a:latin typeface="微软雅黑 Light" panose="020B0502040204020203" charset="-122"/>
              <a:ea typeface="微软雅黑 Light" panose="020B0502040204020203" charset="-122"/>
              <a:cs typeface="微软雅黑 Light" panose="020B0502040204020203" charset="-122"/>
              <a:sym typeface="思源黑体 CN Regular" panose="020B0500000000000000" charset="-122"/>
            </a:endParaRPr>
          </a:p>
        </p:txBody>
      </p:sp>
      <p:pic>
        <p:nvPicPr>
          <p:cNvPr id="5" name="图片 4" descr="LOGO+中文股票代码 反白"/>
          <p:cNvPicPr>
            <a:picLocks noChangeAspect="1"/>
          </p:cNvPicPr>
          <p:nvPr/>
        </p:nvPicPr>
        <p:blipFill>
          <a:blip r:embed="rId3"/>
          <a:stretch>
            <a:fillRect/>
          </a:stretch>
        </p:blipFill>
        <p:spPr>
          <a:xfrm>
            <a:off x="9740900" y="271780"/>
            <a:ext cx="2020570" cy="3771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DIAGRAM_VIRTUALLY_FRAME" val="{&quot;height&quot;:176.15,&quot;left&quot;:407.9,&quot;top&quot;:105.85,&quot;width&quot;:217.75}"/>
</p:tagLst>
</file>

<file path=ppt/tags/tag2.xml><?xml version="1.0" encoding="utf-8"?>
<p:tagLst xmlns:p="http://schemas.openxmlformats.org/presentationml/2006/main">
  <p:tag name="KSO_WM_DIAGRAM_VIRTUALLY_FRAME" val="{&quot;height&quot;:176.15,&quot;left&quot;:407.9,&quot;top&quot;:105.85,&quot;width&quot;:217.75}"/>
</p:tagLst>
</file>

<file path=ppt/tags/tag3.xml><?xml version="1.0" encoding="utf-8"?>
<p:tagLst xmlns:p="http://schemas.openxmlformats.org/presentationml/2006/main">
  <p:tag name="KSO_WM_DIAGRAM_VIRTUALLY_FRAME" val="{&quot;height&quot;:176.15,&quot;left&quot;:407.9,&quot;top&quot;:105.85,&quot;width&quot;:217.75}"/>
</p:tagLst>
</file>

<file path=ppt/tags/tag4.xml><?xml version="1.0" encoding="utf-8"?>
<p:tagLst xmlns:p="http://schemas.openxmlformats.org/presentationml/2006/main">
  <p:tag name="KSO_WM_DIAGRAM_VIRTUALLY_FRAME" val="{&quot;height&quot;:176.15,&quot;left&quot;:407.9,&quot;top&quot;:105.85,&quot;width&quot;:217.75}"/>
</p:tagLst>
</file>

<file path=ppt/tags/tag5.xml><?xml version="1.0" encoding="utf-8"?>
<p:tagLst xmlns:p="http://schemas.openxmlformats.org/presentationml/2006/main">
  <p:tag name="KSO_WM_DIAGRAM_VIRTUALLY_FRAME" val="{&quot;height&quot;:176.15,&quot;left&quot;:407.9,&quot;top&quot;:105.85,&quot;width&quot;:217.75}"/>
</p:tagLst>
</file>

<file path=ppt/tags/tag6.xml><?xml version="1.0" encoding="utf-8"?>
<p:tagLst xmlns:p="http://schemas.openxmlformats.org/presentationml/2006/main">
  <p:tag name="KSO_WM_DIAGRAM_VIRTUALLY_FRAME" val="{&quot;height&quot;:176.15,&quot;left&quot;:407.9,&quot;top&quot;:105.85,&quot;width&quot;:217.75}"/>
</p:tagLst>
</file>

<file path=ppt/tags/tag7.xml><?xml version="1.0" encoding="utf-8"?>
<p:tagLst xmlns:p="http://schemas.openxmlformats.org/presentationml/2006/main">
  <p:tag name="KSO_WM_DIAGRAM_VIRTUALLY_FRAME" val="{&quot;height&quot;:176.15,&quot;left&quot;:407.9,&quot;top&quot;:105.85,&quot;width&quot;:217.75}"/>
</p:tagLst>
</file>

<file path=ppt/tags/tag8.xml><?xml version="1.0" encoding="utf-8"?>
<p:tagLst xmlns:p="http://schemas.openxmlformats.org/presentationml/2006/main">
  <p:tag name="KSO_WM_DIAGRAM_VIRTUALLY_FRAME" val="{&quot;height&quot;:176.15,&quot;left&quot;:407.9,&quot;top&quot;:105.85,&quot;width&quot;:217.75}"/>
</p:tagLst>
</file>

<file path=ppt/tags/tag9.xml><?xml version="1.0" encoding="utf-8"?>
<p:tagLst xmlns:p="http://schemas.openxmlformats.org/presentationml/2006/main">
  <p:tag name="KSO_WM_DIAGRAM_VIRTUALLY_FRAME" val="{&quot;height&quot;:176.15,&quot;left&quot;:407.9,&quot;top&quot;:105.85,&quot;width&quot;:217.75}"/>
</p:tagLst>
</file>

<file path=ppt/tags/tag10.xml><?xml version="1.0" encoding="utf-8"?>
<p:tagLst xmlns:p="http://schemas.openxmlformats.org/presentationml/2006/main">
  <p:tag name="KSO_WM_DIAGRAM_VIRTUALLY_FRAME" val="{&quot;height&quot;:176.15,&quot;left&quot;:407.9,&quot;top&quot;:105.85,&quot;width&quot;:217.75}"/>
</p:tagLst>
</file>

<file path=ppt/tags/tag11.xml><?xml version="1.0" encoding="utf-8"?>
<p:tagLst xmlns:p="http://schemas.openxmlformats.org/presentationml/2006/main">
  <p:tag name="KSO_WM_DIAGRAM_VIRTUALLY_FRAME" val="{&quot;height&quot;:176.15,&quot;left&quot;:407.9,&quot;top&quot;:105.85,&quot;width&quot;:217.75}"/>
</p:tagLst>
</file>

<file path=ppt/tags/tag12.xml><?xml version="1.0" encoding="utf-8"?>
<p:tagLst xmlns:p="http://schemas.openxmlformats.org/presentationml/2006/main">
  <p:tag name="KSO_WM_DIAGRAM_VIRTUALLY_FRAME" val="{&quot;height&quot;:176.15,&quot;left&quot;:407.9,&quot;top&quot;:105.85,&quot;width&quot;:217.75}"/>
</p:tagLst>
</file>

<file path=ppt/tags/tag13.xml><?xml version="1.0" encoding="utf-8"?>
<p:tagLst xmlns:p="http://schemas.openxmlformats.org/presentationml/2006/main">
  <p:tag name="KSO_WM_DIAGRAM_VIRTUALLY_FRAME" val="{&quot;height&quot;:176.15,&quot;left&quot;:407.9,&quot;top&quot;:105.85,&quot;width&quot;:217.75}"/>
</p:tagLst>
</file>

<file path=ppt/tags/tag14.xml><?xml version="1.0" encoding="utf-8"?>
<p:tagLst xmlns:p="http://schemas.openxmlformats.org/presentationml/2006/main">
  <p:tag name="KSO_WM_DIAGRAM_VIRTUALLY_FRAME" val="{&quot;height&quot;:176.15,&quot;left&quot;:407.9,&quot;top&quot;:105.85,&quot;width&quot;:217.75}"/>
</p:tagLst>
</file>

<file path=ppt/tags/tag15.xml><?xml version="1.0" encoding="utf-8"?>
<p:tagLst xmlns:p="http://schemas.openxmlformats.org/presentationml/2006/main">
  <p:tag name="KSO_WM_DIAGRAM_VIRTUALLY_FRAME" val="{&quot;height&quot;:176.15,&quot;left&quot;:407.9,&quot;top&quot;:105.85,&quot;width&quot;:217.75}"/>
</p:tagLst>
</file>

<file path=ppt/tags/tag16.xml><?xml version="1.0" encoding="utf-8"?>
<p:tagLst xmlns:p="http://schemas.openxmlformats.org/presentationml/2006/main">
  <p:tag name="KSO_WM_DIAGRAM_VIRTUALLY_FRAME" val="{&quot;height&quot;:176.15,&quot;left&quot;:407.9,&quot;top&quot;:105.85,&quot;width&quot;:217.75}"/>
</p:tagLst>
</file>

<file path=ppt/tags/tag17.xml><?xml version="1.0" encoding="utf-8"?>
<p:tagLst xmlns:p="http://schemas.openxmlformats.org/presentationml/2006/main">
  <p:tag name="KSO_WM_DIAGRAM_VIRTUALLY_FRAME" val="{&quot;height&quot;:176.15,&quot;left&quot;:407.9,&quot;top&quot;:105.85,&quot;width&quot;:217.75}"/>
</p:tagLst>
</file>

<file path=ppt/tags/tag18.xml><?xml version="1.0" encoding="utf-8"?>
<p:tagLst xmlns:p="http://schemas.openxmlformats.org/presentationml/2006/main">
  <p:tag name="KSO_WM_DIAGRAM_VIRTUALLY_FRAME" val="{&quot;height&quot;:176.15,&quot;left&quot;:407.9,&quot;top&quot;:105.85,&quot;width&quot;:217.75}"/>
</p:tagLst>
</file>

<file path=ppt/tags/tag19.xml><?xml version="1.0" encoding="utf-8"?>
<p:tagLst xmlns:p="http://schemas.openxmlformats.org/presentationml/2006/main">
  <p:tag name="KSO_WM_DIAGRAM_VIRTUALLY_FRAME" val="{&quot;height&quot;:176.15,&quot;left&quot;:407.9,&quot;top&quot;:105.85,&quot;width&quot;:217.75}"/>
</p:tagLst>
</file>

<file path=ppt/tags/tag20.xml><?xml version="1.0" encoding="utf-8"?>
<p:tagLst xmlns:p="http://schemas.openxmlformats.org/presentationml/2006/main">
  <p:tag name="KSO_WM_DIAGRAM_VIRTUALLY_FRAME" val="{&quot;height&quot;:176.15,&quot;left&quot;:407.9,&quot;top&quot;:105.85,&quot;width&quot;:217.75}"/>
</p:tagLst>
</file>

<file path=ppt/tags/tag21.xml><?xml version="1.0" encoding="utf-8"?>
<p:tagLst xmlns:p="http://schemas.openxmlformats.org/presentationml/2006/main">
  <p:tag name="KSO_WM_DIAGRAM_VIRTUALLY_FRAME" val="{&quot;height&quot;:176.15,&quot;left&quot;:407.9,&quot;top&quot;:105.85,&quot;width&quot;:217.75}"/>
</p:tagLst>
</file>

<file path=ppt/tags/tag22.xml><?xml version="1.0" encoding="utf-8"?>
<p:tagLst xmlns:p="http://schemas.openxmlformats.org/presentationml/2006/main">
  <p:tag name="PA" val="v3.0.1"/>
</p:tagLst>
</file>

<file path=ppt/tags/tag23.xml><?xml version="1.0" encoding="utf-8"?>
<p:tagLst xmlns:p="http://schemas.openxmlformats.org/presentationml/2006/main">
  <p:tag name="PA" val="v3.0.1"/>
</p:tagLst>
</file>

<file path=ppt/tags/tag24.xml><?xml version="1.0" encoding="utf-8"?>
<p:tagLst xmlns:p="http://schemas.openxmlformats.org/presentationml/2006/main">
  <p:tag name="PA" val="v3.0.1"/>
</p:tagLst>
</file>

<file path=ppt/tags/tag25.xml><?xml version="1.0" encoding="utf-8"?>
<p:tagLst xmlns:p="http://schemas.openxmlformats.org/presentationml/2006/main">
  <p:tag name="PA" val="v3.0.1"/>
</p:tagLst>
</file>

<file path=ppt/tags/tag26.xml><?xml version="1.0" encoding="utf-8"?>
<p:tagLst xmlns:p="http://schemas.openxmlformats.org/presentationml/2006/main">
  <p:tag name="PA" val="v3.0.1"/>
</p:tagLst>
</file>

<file path=ppt/tags/tag27.xml><?xml version="1.0" encoding="utf-8"?>
<p:tagLst xmlns:p="http://schemas.openxmlformats.org/presentationml/2006/main">
  <p:tag name="PA" val="v3.0.1"/>
</p:tagLst>
</file>

<file path=ppt/tags/tag28.xml><?xml version="1.0" encoding="utf-8"?>
<p:tagLst xmlns:p="http://schemas.openxmlformats.org/presentationml/2006/main">
  <p:tag name="PA" val="v3.0.1"/>
</p:tagLst>
</file>

<file path=ppt/tags/tag29.xml><?xml version="1.0" encoding="utf-8"?>
<p:tagLst xmlns:p="http://schemas.openxmlformats.org/presentationml/2006/main">
  <p:tag name="PA" val="v3.0.1"/>
</p:tagLst>
</file>

<file path=ppt/tags/tag30.xml><?xml version="1.0" encoding="utf-8"?>
<p:tagLst xmlns:p="http://schemas.openxmlformats.org/presentationml/2006/main">
  <p:tag name="PA" val="v3.0.1"/>
</p:tagLst>
</file>

<file path=ppt/tags/tag31.xml><?xml version="1.0" encoding="utf-8"?>
<p:tagLst xmlns:p="http://schemas.openxmlformats.org/presentationml/2006/main">
  <p:tag name="PA" val="v3.0.1"/>
</p:tagLst>
</file>

<file path=ppt/tags/tag32.xml><?xml version="1.0" encoding="utf-8"?>
<p:tagLst xmlns:p="http://schemas.openxmlformats.org/presentationml/2006/main">
  <p:tag name="PA" val="v3.0.1"/>
</p:tagLst>
</file>

<file path=ppt/tags/tag33.xml><?xml version="1.0" encoding="utf-8"?>
<p:tagLst xmlns:p="http://schemas.openxmlformats.org/presentationml/2006/main">
  <p:tag name="PA" val="v3.0.1"/>
</p:tagLst>
</file>

<file path=ppt/tags/tag34.xml><?xml version="1.0" encoding="utf-8"?>
<p:tagLst xmlns:p="http://schemas.openxmlformats.org/presentationml/2006/main">
  <p:tag name="PA" val="v3.0.1"/>
</p:tagLst>
</file>

<file path=ppt/tags/tag35.xml><?xml version="1.0" encoding="utf-8"?>
<p:tagLst xmlns:p="http://schemas.openxmlformats.org/presentationml/2006/main">
  <p:tag name="PA" val="v3.0.1"/>
</p:tagLst>
</file>

<file path=ppt/tags/tag36.xml><?xml version="1.0" encoding="utf-8"?>
<p:tagLst xmlns:p="http://schemas.openxmlformats.org/presentationml/2006/main">
  <p:tag name="PA" val="v3.0.1"/>
</p:tagLst>
</file>

<file path=ppt/tags/tag37.xml><?xml version="1.0" encoding="utf-8"?>
<p:tagLst xmlns:p="http://schemas.openxmlformats.org/presentationml/2006/main">
  <p:tag name="PA" val="v3.0.1"/>
</p:tagLst>
</file>

<file path=ppt/tags/tag38.xml><?xml version="1.0" encoding="utf-8"?>
<p:tagLst xmlns:p="http://schemas.openxmlformats.org/presentationml/2006/main">
  <p:tag name="KSO_WM_DIAGRAM_VIRTUALLY_FRAME" val="{&quot;height&quot;:389.4,&quot;left&quot;:280.25,&quot;top&quot;:71.3,&quot;width&quot;:415.65}"/>
</p:tagLst>
</file>

<file path=ppt/tags/tag39.xml><?xml version="1.0" encoding="utf-8"?>
<p:tagLst xmlns:p="http://schemas.openxmlformats.org/presentationml/2006/main">
  <p:tag name="KSO_WM_DIAGRAM_VIRTUALLY_FRAME" val="{&quot;height&quot;:389.4,&quot;left&quot;:280.25,&quot;top&quot;:71.3,&quot;width&quot;:415.65}"/>
</p:tagLst>
</file>

<file path=ppt/tags/tag40.xml><?xml version="1.0" encoding="utf-8"?>
<p:tagLst xmlns:p="http://schemas.openxmlformats.org/presentationml/2006/main">
  <p:tag name="KSO_WM_DIAGRAM_VIRTUALLY_FRAME" val="{&quot;height&quot;:389.4,&quot;left&quot;:280.25,&quot;top&quot;:71.3,&quot;width&quot;:415.65}"/>
</p:tagLst>
</file>

<file path=ppt/tags/tag41.xml><?xml version="1.0" encoding="utf-8"?>
<p:tagLst xmlns:p="http://schemas.openxmlformats.org/presentationml/2006/main">
  <p:tag name="KSO_WM_DIAGRAM_VIRTUALLY_FRAME" val="{&quot;height&quot;:389.4,&quot;left&quot;:280.25,&quot;top&quot;:71.3,&quot;width&quot;:415.65}"/>
</p:tagLst>
</file>

<file path=ppt/tags/tag42.xml><?xml version="1.0" encoding="utf-8"?>
<p:tagLst xmlns:p="http://schemas.openxmlformats.org/presentationml/2006/main">
  <p:tag name="KSO_WM_DIAGRAM_VIRTUALLY_FRAME" val="{&quot;height&quot;:389.4,&quot;left&quot;:280.25,&quot;top&quot;:71.3,&quot;width&quot;:415.65}"/>
</p:tagLst>
</file>

<file path=ppt/tags/tag43.xml><?xml version="1.0" encoding="utf-8"?>
<p:tagLst xmlns:p="http://schemas.openxmlformats.org/presentationml/2006/main">
  <p:tag name="KSO_WM_DIAGRAM_VIRTUALLY_FRAME" val="{&quot;height&quot;:389.4,&quot;left&quot;:280.25,&quot;top&quot;:71.3,&quot;width&quot;:415.65}"/>
</p:tagLst>
</file>

<file path=ppt/tags/tag44.xml><?xml version="1.0" encoding="utf-8"?>
<p:tagLst xmlns:p="http://schemas.openxmlformats.org/presentationml/2006/main">
  <p:tag name="KSO_WM_DIAGRAM_VIRTUALLY_FRAME" val="{&quot;height&quot;:389.4,&quot;left&quot;:280.25,&quot;top&quot;:71.3,&quot;width&quot;:415.65}"/>
</p:tagLst>
</file>

<file path=ppt/tags/tag45.xml><?xml version="1.0" encoding="utf-8"?>
<p:tagLst xmlns:p="http://schemas.openxmlformats.org/presentationml/2006/main">
  <p:tag name="KSO_WM_DIAGRAM_VIRTUALLY_FRAME" val="{&quot;height&quot;:389.4,&quot;left&quot;:280.25,&quot;top&quot;:71.3,&quot;width&quot;:415.65}"/>
</p:tagLst>
</file>

<file path=ppt/tags/tag46.xml><?xml version="1.0" encoding="utf-8"?>
<p:tagLst xmlns:p="http://schemas.openxmlformats.org/presentationml/2006/main">
  <p:tag name="KSO_WM_DIAGRAM_VIRTUALLY_FRAME" val="{&quot;height&quot;:389.4,&quot;left&quot;:280.25,&quot;top&quot;:71.3,&quot;width&quot;:415.65}"/>
</p:tagLst>
</file>

<file path=ppt/tags/tag47.xml><?xml version="1.0" encoding="utf-8"?>
<p:tagLst xmlns:p="http://schemas.openxmlformats.org/presentationml/2006/main">
  <p:tag name="KSO_WM_DIAGRAM_VIRTUALLY_FRAME" val="{&quot;height&quot;:389.4,&quot;left&quot;:280.25,&quot;top&quot;:71.3,&quot;width&quot;:415.65}"/>
</p:tagLst>
</file>

<file path=ppt/tags/tag48.xml><?xml version="1.0" encoding="utf-8"?>
<p:tagLst xmlns:p="http://schemas.openxmlformats.org/presentationml/2006/main">
  <p:tag name="KSO_WM_DIAGRAM_VIRTUALLY_FRAME" val="{&quot;height&quot;:389.4,&quot;left&quot;:280.25,&quot;top&quot;:71.3,&quot;width&quot;:415.65}"/>
</p:tagLst>
</file>

<file path=ppt/tags/tag49.xml><?xml version="1.0" encoding="utf-8"?>
<p:tagLst xmlns:p="http://schemas.openxmlformats.org/presentationml/2006/main">
  <p:tag name="KSO_WM_DIAGRAM_VIRTUALLY_FRAME" val="{&quot;height&quot;:389.4,&quot;left&quot;:280.25,&quot;top&quot;:71.3,&quot;width&quot;:415.65}"/>
</p:tagLst>
</file>

<file path=ppt/tags/tag50.xml><?xml version="1.0" encoding="utf-8"?>
<p:tagLst xmlns:p="http://schemas.openxmlformats.org/presentationml/2006/main">
  <p:tag name="KSO_WM_DIAGRAM_VIRTUALLY_FRAME" val="{&quot;height&quot;:307.05,&quot;left&quot;:59.25,&quot;top&quot;:99,&quot;width&quot;:821.7}"/>
</p:tagLst>
</file>

<file path=ppt/tags/tag51.xml><?xml version="1.0" encoding="utf-8"?>
<p:tagLst xmlns:p="http://schemas.openxmlformats.org/presentationml/2006/main">
  <p:tag name="KSO_WM_DIAGRAM_VIRTUALLY_FRAME" val="{&quot;height&quot;:307.05,&quot;left&quot;:59.25,&quot;top&quot;:99,&quot;width&quot;:821.7}"/>
</p:tagLst>
</file>

<file path=ppt/tags/tag52.xml><?xml version="1.0" encoding="utf-8"?>
<p:tagLst xmlns:p="http://schemas.openxmlformats.org/presentationml/2006/main">
  <p:tag name="KSO_WM_DIAGRAM_VIRTUALLY_FRAME" val="{&quot;height&quot;:307.05,&quot;left&quot;:59.25,&quot;top&quot;:99,&quot;width&quot;:821.7}"/>
</p:tagLst>
</file>

<file path=ppt/tags/tag53.xml><?xml version="1.0" encoding="utf-8"?>
<p:tagLst xmlns:p="http://schemas.openxmlformats.org/presentationml/2006/main">
  <p:tag name="KSO_WM_DIAGRAM_VIRTUALLY_FRAME" val="{&quot;height&quot;:307.05,&quot;left&quot;:59.25,&quot;top&quot;:99,&quot;width&quot;:821.7}"/>
</p:tagLst>
</file>

<file path=ppt/tags/tag54.xml><?xml version="1.0" encoding="utf-8"?>
<p:tagLst xmlns:p="http://schemas.openxmlformats.org/presentationml/2006/main">
  <p:tag name="KSO_WM_DIAGRAM_VIRTUALLY_FRAME" val="{&quot;height&quot;:307.05,&quot;left&quot;:59.25,&quot;top&quot;:99,&quot;width&quot;:821.7}"/>
</p:tagLst>
</file>

<file path=ppt/tags/tag55.xml><?xml version="1.0" encoding="utf-8"?>
<p:tagLst xmlns:p="http://schemas.openxmlformats.org/presentationml/2006/main">
  <p:tag name="KSO_WM_DIAGRAM_VIRTUALLY_FRAME" val="{&quot;height&quot;:307.05,&quot;left&quot;:59.25,&quot;top&quot;:99,&quot;width&quot;:821.7}"/>
</p:tagLst>
</file>

<file path=ppt/tags/tag56.xml><?xml version="1.0" encoding="utf-8"?>
<p:tagLst xmlns:p="http://schemas.openxmlformats.org/presentationml/2006/main">
  <p:tag name="KSO_WM_DIAGRAM_VIRTUALLY_FRAME" val="{&quot;height&quot;:175.65,&quot;left&quot;:48.15,&quot;top&quot;:279.75,&quot;width&quot;:829.95}"/>
</p:tagLst>
</file>

<file path=ppt/tags/tag57.xml><?xml version="1.0" encoding="utf-8"?>
<p:tagLst xmlns:p="http://schemas.openxmlformats.org/presentationml/2006/main">
  <p:tag name="KSO_WM_DIAGRAM_VIRTUALLY_FRAME" val="{&quot;height&quot;:175.65,&quot;left&quot;:48.15,&quot;top&quot;:279.75,&quot;width&quot;:829.95}"/>
</p:tagLst>
</file>

<file path=ppt/tags/tag58.xml><?xml version="1.0" encoding="utf-8"?>
<p:tagLst xmlns:p="http://schemas.openxmlformats.org/presentationml/2006/main">
  <p:tag name="KSO_WM_DIAGRAM_VIRTUALLY_FRAME" val="{&quot;height&quot;:175.65,&quot;left&quot;:48.15,&quot;top&quot;:279.75,&quot;width&quot;:829.95}"/>
</p:tagLst>
</file>

<file path=ppt/tags/tag59.xml><?xml version="1.0" encoding="utf-8"?>
<p:tagLst xmlns:p="http://schemas.openxmlformats.org/presentationml/2006/main">
  <p:tag name="KSO_WM_DIAGRAM_VIRTUALLY_FRAME" val="{&quot;height&quot;:175.65,&quot;left&quot;:48.15,&quot;top&quot;:279.75,&quot;width&quot;:829.95}"/>
</p:tagLst>
</file>

<file path=ppt/tags/tag60.xml><?xml version="1.0" encoding="utf-8"?>
<p:tagLst xmlns:p="http://schemas.openxmlformats.org/presentationml/2006/main">
  <p:tag name="KSO_WM_DIAGRAM_VIRTUALLY_FRAME" val="{&quot;height&quot;:175.65,&quot;left&quot;:48.15,&quot;top&quot;:279.75,&quot;width&quot;:829.95}"/>
</p:tagLst>
</file>

<file path=ppt/tags/tag61.xml><?xml version="1.0" encoding="utf-8"?>
<p:tagLst xmlns:p="http://schemas.openxmlformats.org/presentationml/2006/main">
  <p:tag name="KSO_WM_DIAGRAM_VIRTUALLY_FRAME" val="{&quot;height&quot;:175.65,&quot;left&quot;:48.15,&quot;top&quot;:279.75,&quot;width&quot;:829.95}"/>
</p:tagLst>
</file>

<file path=ppt/tags/tag62.xml><?xml version="1.0" encoding="utf-8"?>
<p:tagLst xmlns:p="http://schemas.openxmlformats.org/presentationml/2006/main">
  <p:tag name="KSO_WM_DIAGRAM_VIRTUALLY_FRAME" val="{&quot;height&quot;:175.65,&quot;left&quot;:48.15,&quot;top&quot;:279.75,&quot;width&quot;:829.95}"/>
</p:tagLst>
</file>

<file path=ppt/tags/tag63.xml><?xml version="1.0" encoding="utf-8"?>
<p:tagLst xmlns:p="http://schemas.openxmlformats.org/presentationml/2006/main">
  <p:tag name="KSO_WM_DIAGRAM_VIRTUALLY_FRAME" val="{&quot;height&quot;:175.65,&quot;left&quot;:48.15,&quot;top&quot;:279.75,&quot;width&quot;:829.95}"/>
</p:tagLst>
</file>

<file path=ppt/tags/tag64.xml><?xml version="1.0" encoding="utf-8"?>
<p:tagLst xmlns:p="http://schemas.openxmlformats.org/presentationml/2006/main">
  <p:tag name="KSO_WM_DIAGRAM_VIRTUALLY_FRAME" val="{&quot;height&quot;:175.65,&quot;left&quot;:48.15,&quot;top&quot;:279.75,&quot;width&quot;:829.95}"/>
</p:tagLst>
</file>

<file path=ppt/tags/tag65.xml><?xml version="1.0" encoding="utf-8"?>
<p:tagLst xmlns:p="http://schemas.openxmlformats.org/presentationml/2006/main">
  <p:tag name="KSO_WM_DIAGRAM_VIRTUALLY_FRAME" val="{&quot;height&quot;:175.65,&quot;left&quot;:48.15,&quot;top&quot;:279.75,&quot;width&quot;:829.95}"/>
</p:tagLst>
</file>

<file path=ppt/tags/tag66.xml><?xml version="1.0" encoding="utf-8"?>
<p:tagLst xmlns:p="http://schemas.openxmlformats.org/presentationml/2006/main">
  <p:tag name="KSO_WM_DIAGRAM_VIRTUALLY_FRAME" val="{&quot;height&quot;:175.65,&quot;left&quot;:48.15,&quot;top&quot;:279.75,&quot;width&quot;:829.95}"/>
</p:tagLst>
</file>

<file path=ppt/tags/tag67.xml><?xml version="1.0" encoding="utf-8"?>
<p:tagLst xmlns:p="http://schemas.openxmlformats.org/presentationml/2006/main">
  <p:tag name="KSO_WM_DIAGRAM_VIRTUALLY_FRAME" val="{&quot;height&quot;:175.65,&quot;left&quot;:48.15,&quot;top&quot;:279.75,&quot;width&quot;:829.95}"/>
</p:tagLst>
</file>

<file path=ppt/tags/tag68.xml><?xml version="1.0" encoding="utf-8"?>
<p:tagLst xmlns:p="http://schemas.openxmlformats.org/presentationml/2006/main">
  <p:tag name="TABLE_ENDDRAG_ORIGIN_RECT" val="846*254"/>
  <p:tag name="TABLE_ENDDRAG_RECT" val="55*213*847*254"/>
</p:tagLst>
</file>

<file path=ppt/tags/tag69.xml><?xml version="1.0" encoding="utf-8"?>
<p:tagLst xmlns:p="http://schemas.openxmlformats.org/presentationml/2006/main">
  <p:tag name="KSO_WM_DIAGRAM_VIRTUALLY_FRAME" val="{&quot;height&quot;:382.3,&quot;left&quot;:48.15,&quot;top&quot;:73.1,&quot;width&quot;:853.9}"/>
</p:tagLst>
</file>

<file path=ppt/tags/tag70.xml><?xml version="1.0" encoding="utf-8"?>
<p:tagLst xmlns:p="http://schemas.openxmlformats.org/presentationml/2006/main">
  <p:tag name="KSO_WM_DIAGRAM_VIRTUALLY_FRAME" val="{&quot;height&quot;:382.3,&quot;left&quot;:48.15,&quot;top&quot;:73.1,&quot;width&quot;:853.9}"/>
</p:tagLst>
</file>

<file path=ppt/tags/tag71.xml><?xml version="1.0" encoding="utf-8"?>
<p:tagLst xmlns:p="http://schemas.openxmlformats.org/presentationml/2006/main">
  <p:tag name="KSO_WM_DIAGRAM_VIRTUALLY_FRAME" val="{&quot;height&quot;:382.3,&quot;left&quot;:48.15,&quot;top&quot;:73.1,&quot;width&quot;:853.9}"/>
</p:tagLst>
</file>

<file path=ppt/tags/tag72.xml><?xml version="1.0" encoding="utf-8"?>
<p:tagLst xmlns:p="http://schemas.openxmlformats.org/presentationml/2006/main">
  <p:tag name="KSO_WM_DIAGRAM_VIRTUALLY_FRAME" val="{&quot;height&quot;:382.3,&quot;left&quot;:48.15,&quot;top&quot;:73.1,&quot;width&quot;:853.9}"/>
</p:tagLst>
</file>

<file path=ppt/tags/tag73.xml><?xml version="1.0" encoding="utf-8"?>
<p:tagLst xmlns:p="http://schemas.openxmlformats.org/presentationml/2006/main">
  <p:tag name="KSO_WM_DIAGRAM_VIRTUALLY_FRAME" val="{&quot;height&quot;:382.3,&quot;left&quot;:48.15,&quot;top&quot;:73.1,&quot;width&quot;:853.9}"/>
</p:tagLst>
</file>

<file path=ppt/tags/tag74.xml><?xml version="1.0" encoding="utf-8"?>
<p:tagLst xmlns:p="http://schemas.openxmlformats.org/presentationml/2006/main">
  <p:tag name="KSO_WM_DIAGRAM_VIRTUALLY_FRAME" val="{&quot;height&quot;:382.3,&quot;left&quot;:48.15,&quot;top&quot;:73.1,&quot;width&quot;:853.9}"/>
</p:tagLst>
</file>

<file path=ppt/tags/tag75.xml><?xml version="1.0" encoding="utf-8"?>
<p:tagLst xmlns:p="http://schemas.openxmlformats.org/presentationml/2006/main">
  <p:tag name="KSO_WM_DIAGRAM_VIRTUALLY_FRAME" val="{&quot;height&quot;:382.3,&quot;left&quot;:48.15,&quot;top&quot;:73.1,&quot;width&quot;:853.9}"/>
</p:tagLst>
</file>

<file path=ppt/tags/tag76.xml><?xml version="1.0" encoding="utf-8"?>
<p:tagLst xmlns:p="http://schemas.openxmlformats.org/presentationml/2006/main">
  <p:tag name="KSO_WM_DIAGRAM_VIRTUALLY_FRAME" val="{&quot;height&quot;:382.3,&quot;left&quot;:48.15,&quot;top&quot;:73.1,&quot;width&quot;:853.9}"/>
</p:tagLst>
</file>

<file path=ppt/tags/tag77.xml><?xml version="1.0" encoding="utf-8"?>
<p:tagLst xmlns:p="http://schemas.openxmlformats.org/presentationml/2006/main">
  <p:tag name="KSO_WM_DIAGRAM_VIRTUALLY_FRAME" val="{&quot;height&quot;:382.3,&quot;left&quot;:48.15,&quot;top&quot;:73.1,&quot;width&quot;:853.9}"/>
</p:tagLst>
</file>

<file path=ppt/tags/tag78.xml><?xml version="1.0" encoding="utf-8"?>
<p:tagLst xmlns:p="http://schemas.openxmlformats.org/presentationml/2006/main">
  <p:tag name="KSO_WM_DIAGRAM_VIRTUALLY_FRAME" val="{&quot;height&quot;:382.3,&quot;left&quot;:48.15,&quot;top&quot;:73.1,&quot;width&quot;:853.9}"/>
</p:tagLst>
</file>

<file path=ppt/tags/tag79.xml><?xml version="1.0" encoding="utf-8"?>
<p:tagLst xmlns:p="http://schemas.openxmlformats.org/presentationml/2006/main">
  <p:tag name="KSO_WM_DIAGRAM_VIRTUALLY_FRAME" val="{&quot;height&quot;:382.3,&quot;left&quot;:48.15,&quot;top&quot;:73.1,&quot;width&quot;:853.9}"/>
</p:tagLst>
</file>

<file path=ppt/tags/tag80.xml><?xml version="1.0" encoding="utf-8"?>
<p:tagLst xmlns:p="http://schemas.openxmlformats.org/presentationml/2006/main">
  <p:tag name="KSO_WM_DIAGRAM_VIRTUALLY_FRAME" val="{&quot;height&quot;:382.3,&quot;left&quot;:48.15,&quot;top&quot;:73.1,&quot;width&quot;:853.9}"/>
</p:tagLst>
</file>

<file path=ppt/tags/tag81.xml><?xml version="1.0" encoding="utf-8"?>
<p:tagLst xmlns:p="http://schemas.openxmlformats.org/presentationml/2006/main">
  <p:tag name="KSO_WM_DIAGRAM_VIRTUALLY_FRAME" val="{&quot;height&quot;:313.1,&quot;left&quot;:45.5,&quot;top&quot;:167.5,&quot;width&quot;:869}"/>
</p:tagLst>
</file>

<file path=ppt/tags/tag82.xml><?xml version="1.0" encoding="utf-8"?>
<p:tagLst xmlns:p="http://schemas.openxmlformats.org/presentationml/2006/main">
  <p:tag name="KSO_WM_DIAGRAM_VIRTUALLY_FRAME" val="{&quot;height&quot;:313.1,&quot;left&quot;:45.5,&quot;top&quot;:167.5,&quot;width&quot;:869}"/>
</p:tagLst>
</file>

<file path=ppt/tags/tag83.xml><?xml version="1.0" encoding="utf-8"?>
<p:tagLst xmlns:p="http://schemas.openxmlformats.org/presentationml/2006/main">
  <p:tag name="KSO_WM_DIAGRAM_VIRTUALLY_FRAME" val="{&quot;height&quot;:313.1,&quot;left&quot;:45.5,&quot;top&quot;:167.5,&quot;width&quot;:869}"/>
</p:tagLst>
</file>

<file path=ppt/tags/tag84.xml><?xml version="1.0" encoding="utf-8"?>
<p:tagLst xmlns:p="http://schemas.openxmlformats.org/presentationml/2006/main">
  <p:tag name="KSO_WM_DIAGRAM_VIRTUALLY_FRAME" val="{&quot;height&quot;:313.1,&quot;left&quot;:45.5,&quot;top&quot;:167.5,&quot;width&quot;:869}"/>
</p:tagLst>
</file>

<file path=ppt/tags/tag85.xml><?xml version="1.0" encoding="utf-8"?>
<p:tagLst xmlns:p="http://schemas.openxmlformats.org/presentationml/2006/main">
  <p:tag name="KSO_WM_DIAGRAM_VIRTUALLY_FRAME" val="{&quot;height&quot;:313.1,&quot;left&quot;:45.5,&quot;top&quot;:167.5,&quot;width&quot;:869}"/>
</p:tagLst>
</file>

<file path=ppt/tags/tag86.xml><?xml version="1.0" encoding="utf-8"?>
<p:tagLst xmlns:p="http://schemas.openxmlformats.org/presentationml/2006/main">
  <p:tag name="KSO_WM_DIAGRAM_VIRTUALLY_FRAME" val="{&quot;height&quot;:313.1,&quot;left&quot;:45.5,&quot;top&quot;:167.5,&quot;width&quot;:869}"/>
</p:tagLst>
</file>

<file path=ppt/tags/tag87.xml><?xml version="1.0" encoding="utf-8"?>
<p:tagLst xmlns:p="http://schemas.openxmlformats.org/presentationml/2006/main">
  <p:tag name="KSO_WM_DIAGRAM_VIRTUALLY_FRAME" val="{&quot;height&quot;:313.1,&quot;left&quot;:45.5,&quot;top&quot;:167.5,&quot;width&quot;:869}"/>
</p:tagLst>
</file>

<file path=ppt/tags/tag88.xml><?xml version="1.0" encoding="utf-8"?>
<p:tagLst xmlns:p="http://schemas.openxmlformats.org/presentationml/2006/main">
  <p:tag name="KSO_WM_DIAGRAM_VIRTUALLY_FRAME" val="{&quot;height&quot;:313.1,&quot;left&quot;:45.5,&quot;top&quot;:167.5,&quot;width&quot;:869}"/>
</p:tagLst>
</file>

<file path=ppt/tags/tag89.xml><?xml version="1.0" encoding="utf-8"?>
<p:tagLst xmlns:p="http://schemas.openxmlformats.org/presentationml/2006/main">
  <p:tag name="KSO_WM_DIAGRAM_VIRTUALLY_FRAME" val="{&quot;height&quot;:616,&quot;left&quot;:19.95,&quot;top&quot;:-20.35,&quot;width&quot;:902.55}"/>
</p:tagLst>
</file>

<file path=ppt/tags/tag90.xml><?xml version="1.0" encoding="utf-8"?>
<p:tagLst xmlns:p="http://schemas.openxmlformats.org/presentationml/2006/main">
  <p:tag name="KSO_WM_DIAGRAM_VIRTUALLY_FRAME" val="{&quot;height&quot;:616,&quot;left&quot;:19.95,&quot;top&quot;:-20.35,&quot;width&quot;:902.55}"/>
</p:tagLst>
</file>

<file path=ppt/tags/tag91.xml><?xml version="1.0" encoding="utf-8"?>
<p:tagLst xmlns:p="http://schemas.openxmlformats.org/presentationml/2006/main">
  <p:tag name="KSO_WM_DIAGRAM_VIRTUALLY_FRAME" val="{&quot;height&quot;:616,&quot;left&quot;:19.95,&quot;top&quot;:-20.35,&quot;width&quot;:902.55}"/>
</p:tagLst>
</file>

<file path=ppt/tags/tag92.xml><?xml version="1.0" encoding="utf-8"?>
<p:tagLst xmlns:p="http://schemas.openxmlformats.org/presentationml/2006/main">
  <p:tag name="KSO_WM_DIAGRAM_VIRTUALLY_FRAME" val="{&quot;height&quot;:616,&quot;left&quot;:19.95,&quot;top&quot;:-20.35,&quot;width&quot;:902.55}"/>
</p:tagLst>
</file>

<file path=ppt/tags/tag93.xml><?xml version="1.0" encoding="utf-8"?>
<p:tagLst xmlns:p="http://schemas.openxmlformats.org/presentationml/2006/main">
  <p:tag name="KSO_WM_DIAGRAM_VIRTUALLY_FRAME" val="{&quot;height&quot;:616,&quot;left&quot;:19.95,&quot;top&quot;:-20.35,&quot;width&quot;:902.55}"/>
</p:tagLst>
</file>

<file path=ppt/tags/tag94.xml><?xml version="1.0" encoding="utf-8"?>
<p:tagLst xmlns:p="http://schemas.openxmlformats.org/presentationml/2006/main">
  <p:tag name="KSO_WM_DIAGRAM_VIRTUALLY_FRAME" val="{&quot;height&quot;:616,&quot;left&quot;:19.95,&quot;top&quot;:-20.35,&quot;width&quot;:902.55}"/>
</p:tagLst>
</file>

<file path=ppt/tags/tag95.xml><?xml version="1.0" encoding="utf-8"?>
<p:tagLst xmlns:p="http://schemas.openxmlformats.org/presentationml/2006/main">
  <p:tag name="KSO_WM_DIAGRAM_VIRTUALLY_FRAME" val="{&quot;height&quot;:616,&quot;left&quot;:19.95,&quot;top&quot;:-20.35,&quot;width&quot;:902.55}"/>
</p:tagLst>
</file>

<file path=ppt/tags/tag96.xml><?xml version="1.0" encoding="utf-8"?>
<p:tagLst xmlns:p="http://schemas.openxmlformats.org/presentationml/2006/main">
  <p:tag name="KSO_WM_DIAGRAM_VIRTUALLY_FRAME" val="{&quot;height&quot;:616,&quot;left&quot;:19.95,&quot;top&quot;:-20.35,&quot;width&quot;:902.55}"/>
</p:tagLst>
</file>

<file path=ppt/tags/tag97.xml><?xml version="1.0" encoding="utf-8"?>
<p:tagLst xmlns:p="http://schemas.openxmlformats.org/presentationml/2006/main">
  <p:tag name="KSO_WM_DIAGRAM_VIRTUALLY_FRAME" val="{&quot;height&quot;:616,&quot;left&quot;:19.95,&quot;top&quot;:-20.35,&quot;width&quot;:902.55}"/>
</p:tagLst>
</file>

<file path=ppt/tags/tag98.xml><?xml version="1.0" encoding="utf-8"?>
<p:tagLst xmlns:p="http://schemas.openxmlformats.org/presentationml/2006/main">
  <p:tag name="KSO_WM_DIAGRAM_VIRTUALLY_FRAME" val="{&quot;height&quot;:616,&quot;left&quot;:19.95,&quot;top&quot;:-20.35,&quot;width&quot;:902.55}"/>
</p:tagLst>
</file>

<file path=ppt/tags/tag99.xml><?xml version="1.0" encoding="utf-8"?>
<p:tagLst xmlns:p="http://schemas.openxmlformats.org/presentationml/2006/main">
  <p:tag name="KSO_WM_DIAGRAM_VIRTUALLY_FRAME" val="{&quot;height&quot;:616,&quot;left&quot;:19.95,&quot;top&quot;:-20.35,&quot;width&quot;:902.55}"/>
</p:tagLst>
</file>

<file path=ppt/tags/tag100.xml><?xml version="1.0" encoding="utf-8"?>
<p:tagLst xmlns:p="http://schemas.openxmlformats.org/presentationml/2006/main">
  <p:tag name="KSO_WM_DIAGRAM_VIRTUALLY_FRAME" val="{&quot;height&quot;:616,&quot;left&quot;:19.95,&quot;top&quot;:-20.35,&quot;width&quot;:902.55}"/>
</p:tagLst>
</file>

<file path=ppt/tags/tag101.xml><?xml version="1.0" encoding="utf-8"?>
<p:tagLst xmlns:p="http://schemas.openxmlformats.org/presentationml/2006/main">
  <p:tag name="KSO_WM_DIAGRAM_VIRTUALLY_FRAME" val="{&quot;height&quot;:616,&quot;left&quot;:19.95,&quot;top&quot;:-20.35,&quot;width&quot;:902.55}"/>
</p:tagLst>
</file>

<file path=ppt/tags/tag102.xml><?xml version="1.0" encoding="utf-8"?>
<p:tagLst xmlns:p="http://schemas.openxmlformats.org/presentationml/2006/main">
  <p:tag name="KSO_WM_DIAGRAM_VIRTUALLY_FRAME" val="{&quot;height&quot;:616,&quot;left&quot;:19.95,&quot;top&quot;:-20.35,&quot;width&quot;:902.55}"/>
</p:tagLst>
</file>

<file path=ppt/tags/tag103.xml><?xml version="1.0" encoding="utf-8"?>
<p:tagLst xmlns:p="http://schemas.openxmlformats.org/presentationml/2006/main">
  <p:tag name="KSO_WM_DIAGRAM_VIRTUALLY_FRAME" val="{&quot;height&quot;:616,&quot;left&quot;:19.95,&quot;top&quot;:-20.35,&quot;width&quot;:902.55}"/>
</p:tagLst>
</file>

<file path=ppt/tags/tag104.xml><?xml version="1.0" encoding="utf-8"?>
<p:tagLst xmlns:p="http://schemas.openxmlformats.org/presentationml/2006/main">
  <p:tag name="KSO_WM_DIAGRAM_VIRTUALLY_FRAME" val="{&quot;height&quot;:616,&quot;left&quot;:19.95,&quot;top&quot;:-20.35,&quot;width&quot;:902.55}"/>
</p:tagLst>
</file>

<file path=ppt/tags/tag105.xml><?xml version="1.0" encoding="utf-8"?>
<p:tagLst xmlns:p="http://schemas.openxmlformats.org/presentationml/2006/main">
  <p:tag name="KSO_WM_DIAGRAM_VIRTUALLY_FRAME" val="{&quot;height&quot;:616,&quot;left&quot;:19.95,&quot;top&quot;:-20.35,&quot;width&quot;:902.55}"/>
</p:tagLst>
</file>

<file path=ppt/tags/tag106.xml><?xml version="1.0" encoding="utf-8"?>
<p:tagLst xmlns:p="http://schemas.openxmlformats.org/presentationml/2006/main">
  <p:tag name="KSO_WM_DIAGRAM_VIRTUALLY_FRAME" val="{&quot;height&quot;:616,&quot;left&quot;:19.95,&quot;top&quot;:-20.35,&quot;width&quot;:902.55}"/>
</p:tagLst>
</file>

<file path=ppt/tags/tag107.xml><?xml version="1.0" encoding="utf-8"?>
<p:tagLst xmlns:p="http://schemas.openxmlformats.org/presentationml/2006/main">
  <p:tag name="KSO_WM_DIAGRAM_VIRTUALLY_FRAME" val="{&quot;height&quot;:616,&quot;left&quot;:19.95,&quot;top&quot;:-20.35,&quot;width&quot;:902.55}"/>
</p:tagLst>
</file>

<file path=ppt/tags/tag108.xml><?xml version="1.0" encoding="utf-8"?>
<p:tagLst xmlns:p="http://schemas.openxmlformats.org/presentationml/2006/main">
  <p:tag name="KSO_WM_DIAGRAM_VIRTUALLY_FRAME" val="{&quot;height&quot;:616,&quot;left&quot;:19.95,&quot;top&quot;:-20.35,&quot;width&quot;:902.55}"/>
</p:tagLst>
</file>

<file path=ppt/tags/tag109.xml><?xml version="1.0" encoding="utf-8"?>
<p:tagLst xmlns:p="http://schemas.openxmlformats.org/presentationml/2006/main">
  <p:tag name="KSO_WM_DIAGRAM_VIRTUALLY_FRAME" val="{&quot;height&quot;:616,&quot;left&quot;:19.95,&quot;top&quot;:-20.35,&quot;width&quot;:902.55}"/>
</p:tagLst>
</file>

<file path=ppt/tags/tag110.xml><?xml version="1.0" encoding="utf-8"?>
<p:tagLst xmlns:p="http://schemas.openxmlformats.org/presentationml/2006/main">
  <p:tag name="KSO_WM_DIAGRAM_VIRTUALLY_FRAME" val="{&quot;height&quot;:616,&quot;left&quot;:19.95,&quot;top&quot;:-20.35,&quot;width&quot;:902.55}"/>
</p:tagLst>
</file>

<file path=ppt/tags/tag111.xml><?xml version="1.0" encoding="utf-8"?>
<p:tagLst xmlns:p="http://schemas.openxmlformats.org/presentationml/2006/main">
  <p:tag name="KSO_WM_DIAGRAM_VIRTUALLY_FRAME" val="{&quot;height&quot;:616,&quot;left&quot;:19.95,&quot;top&quot;:-20.35,&quot;width&quot;:902.55}"/>
</p:tagLst>
</file>

<file path=ppt/tags/tag112.xml><?xml version="1.0" encoding="utf-8"?>
<p:tagLst xmlns:p="http://schemas.openxmlformats.org/presentationml/2006/main">
  <p:tag name="KSO_WM_DIAGRAM_VIRTUALLY_FRAME" val="{&quot;height&quot;:616,&quot;left&quot;:19.95,&quot;top&quot;:-20.35,&quot;width&quot;:902.55}"/>
</p:tagLst>
</file>

<file path=ppt/tags/tag113.xml><?xml version="1.0" encoding="utf-8"?>
<p:tagLst xmlns:p="http://schemas.openxmlformats.org/presentationml/2006/main">
  <p:tag name="KSO_WM_DIAGRAM_VIRTUALLY_FRAME" val="{&quot;height&quot;:616,&quot;left&quot;:19.95,&quot;top&quot;:-20.35,&quot;width&quot;:902.55}"/>
</p:tagLst>
</file>

<file path=ppt/tags/tag114.xml><?xml version="1.0" encoding="utf-8"?>
<p:tagLst xmlns:p="http://schemas.openxmlformats.org/presentationml/2006/main">
  <p:tag name="KSO_WM_DIAGRAM_VIRTUALLY_FRAME" val="{&quot;height&quot;:616,&quot;left&quot;:19.95,&quot;top&quot;:-20.35,&quot;width&quot;:902.55}"/>
</p:tagLst>
</file>

<file path=ppt/tags/tag115.xml><?xml version="1.0" encoding="utf-8"?>
<p:tagLst xmlns:p="http://schemas.openxmlformats.org/presentationml/2006/main">
  <p:tag name="KSO_WM_DIAGRAM_VIRTUALLY_FRAME" val="{&quot;height&quot;:616,&quot;left&quot;:19.95,&quot;top&quot;:-20.35,&quot;width&quot;:902.55}"/>
</p:tagLst>
</file>

<file path=ppt/tags/tag116.xml><?xml version="1.0" encoding="utf-8"?>
<p:tagLst xmlns:p="http://schemas.openxmlformats.org/presentationml/2006/main">
  <p:tag name="KSO_WM_DIAGRAM_VIRTUALLY_FRAME" val="{&quot;height&quot;:616,&quot;left&quot;:19.95,&quot;top&quot;:-20.35,&quot;width&quot;:902.55}"/>
</p:tagLst>
</file>

<file path=ppt/tags/tag117.xml><?xml version="1.0" encoding="utf-8"?>
<p:tagLst xmlns:p="http://schemas.openxmlformats.org/presentationml/2006/main">
  <p:tag name="KSO_WM_DIAGRAM_VIRTUALLY_FRAME" val="{&quot;height&quot;:616,&quot;left&quot;:19.95,&quot;top&quot;:-20.35,&quot;width&quot;:902.55}"/>
</p:tagLst>
</file>

<file path=ppt/tags/tag118.xml><?xml version="1.0" encoding="utf-8"?>
<p:tagLst xmlns:p="http://schemas.openxmlformats.org/presentationml/2006/main">
  <p:tag name="KSO_WM_DIAGRAM_VIRTUALLY_FRAME" val="{&quot;height&quot;:616,&quot;left&quot;:19.95,&quot;top&quot;:-20.35,&quot;width&quot;:902.55}"/>
</p:tagLst>
</file>

<file path=ppt/tags/tag119.xml><?xml version="1.0" encoding="utf-8"?>
<p:tagLst xmlns:p="http://schemas.openxmlformats.org/presentationml/2006/main">
  <p:tag name="KSO_WM_DIAGRAM_VIRTUALLY_FRAME" val="{&quot;height&quot;:616,&quot;left&quot;:19.95,&quot;top&quot;:-20.35,&quot;width&quot;:902.55}"/>
</p:tagLst>
</file>

<file path=ppt/tags/tag120.xml><?xml version="1.0" encoding="utf-8"?>
<p:tagLst xmlns:p="http://schemas.openxmlformats.org/presentationml/2006/main">
  <p:tag name="KSO_WM_DIAGRAM_VIRTUALLY_FRAME" val="{&quot;height&quot;:616,&quot;left&quot;:19.95,&quot;top&quot;:-20.35,&quot;width&quot;:902.55}"/>
</p:tagLst>
</file>

<file path=ppt/tags/tag121.xml><?xml version="1.0" encoding="utf-8"?>
<p:tagLst xmlns:p="http://schemas.openxmlformats.org/presentationml/2006/main">
  <p:tag name="KSO_WM_DIAGRAM_VIRTUALLY_FRAME" val="{&quot;height&quot;:336.2696850393701,&quot;left&quot;:45.6,&quot;top&quot;:93.7,&quot;width&quot;:896.8}"/>
</p:tagLst>
</file>

<file path=ppt/tags/tag122.xml><?xml version="1.0" encoding="utf-8"?>
<p:tagLst xmlns:p="http://schemas.openxmlformats.org/presentationml/2006/main">
  <p:tag name="KSO_WM_DIAGRAM_VIRTUALLY_FRAME" val="{&quot;height&quot;:336.2696850393701,&quot;left&quot;:45.6,&quot;top&quot;:93.7,&quot;width&quot;:896.8}"/>
</p:tagLst>
</file>

<file path=ppt/tags/tag123.xml><?xml version="1.0" encoding="utf-8"?>
<p:tagLst xmlns:p="http://schemas.openxmlformats.org/presentationml/2006/main">
  <p:tag name="KSO_WM_DIAGRAM_VIRTUALLY_FRAME" val="{&quot;height&quot;:336.2696850393701,&quot;left&quot;:45.6,&quot;top&quot;:93.7,&quot;width&quot;:896.8}"/>
</p:tagLst>
</file>

<file path=ppt/tags/tag124.xml><?xml version="1.0" encoding="utf-8"?>
<p:tagLst xmlns:p="http://schemas.openxmlformats.org/presentationml/2006/main">
  <p:tag name="KSO_WM_DIAGRAM_VIRTUALLY_FRAME" val="{&quot;height&quot;:336.2696850393701,&quot;left&quot;:45.6,&quot;top&quot;:93.7,&quot;width&quot;:896.8}"/>
</p:tagLst>
</file>

<file path=ppt/tags/tag125.xml><?xml version="1.0" encoding="utf-8"?>
<p:tagLst xmlns:p="http://schemas.openxmlformats.org/presentationml/2006/main">
  <p:tag name="KSO_WM_DIAGRAM_VIRTUALLY_FRAME" val="{&quot;height&quot;:336.2696850393701,&quot;left&quot;:45.6,&quot;top&quot;:93.7,&quot;width&quot;:896.8}"/>
</p:tagLst>
</file>

<file path=ppt/tags/tag126.xml><?xml version="1.0" encoding="utf-8"?>
<p:tagLst xmlns:p="http://schemas.openxmlformats.org/presentationml/2006/main">
  <p:tag name="KSO_WM_DIAGRAM_VIRTUALLY_FRAME" val="{&quot;height&quot;:336.2696850393701,&quot;left&quot;:45.6,&quot;top&quot;:93.7,&quot;width&quot;:896.8}"/>
</p:tagLst>
</file>

<file path=ppt/tags/tag127.xml><?xml version="1.0" encoding="utf-8"?>
<p:tagLst xmlns:p="http://schemas.openxmlformats.org/presentationml/2006/main">
  <p:tag name="KSO_WM_DIAGRAM_VIRTUALLY_FRAME" val="{&quot;height&quot;:336.2696850393701,&quot;left&quot;:45.6,&quot;top&quot;:93.7,&quot;width&quot;:896.8}"/>
</p:tagLst>
</file>

<file path=ppt/tags/tag128.xml><?xml version="1.0" encoding="utf-8"?>
<p:tagLst xmlns:p="http://schemas.openxmlformats.org/presentationml/2006/main">
  <p:tag name="KSO_WM_DIAGRAM_VIRTUALLY_FRAME" val="{&quot;height&quot;:336.2696850393701,&quot;left&quot;:45.6,&quot;top&quot;:93.7,&quot;width&quot;:896.8}"/>
</p:tagLst>
</file>

<file path=ppt/tags/tag129.xml><?xml version="1.0" encoding="utf-8"?>
<p:tagLst xmlns:p="http://schemas.openxmlformats.org/presentationml/2006/main">
  <p:tag name="KSO_WM_DIAGRAM_VIRTUALLY_FRAME" val="{&quot;height&quot;:336.2696850393701,&quot;left&quot;:45.6,&quot;top&quot;:93.7,&quot;width&quot;:896.8}"/>
</p:tagLst>
</file>

<file path=ppt/tags/tag130.xml><?xml version="1.0" encoding="utf-8"?>
<p:tagLst xmlns:p="http://schemas.openxmlformats.org/presentationml/2006/main">
  <p:tag name="KSO_WM_DIAGRAM_VIRTUALLY_FRAME" val="{&quot;height&quot;:336.2696850393701,&quot;left&quot;:45.6,&quot;top&quot;:93.7,&quot;width&quot;:896.8}"/>
</p:tagLst>
</file>

<file path=ppt/tags/tag131.xml><?xml version="1.0" encoding="utf-8"?>
<p:tagLst xmlns:p="http://schemas.openxmlformats.org/presentationml/2006/main">
  <p:tag name="KSO_WM_DIAGRAM_VIRTUALLY_FRAME" val="{&quot;height&quot;:336.2696850393701,&quot;left&quot;:45.6,&quot;top&quot;:93.7,&quot;width&quot;:896.8}"/>
</p:tagLst>
</file>

<file path=ppt/tags/tag132.xml><?xml version="1.0" encoding="utf-8"?>
<p:tagLst xmlns:p="http://schemas.openxmlformats.org/presentationml/2006/main">
  <p:tag name="KSO_WM_DIAGRAM_VIRTUALLY_FRAME" val="{&quot;height&quot;:336.2696850393701,&quot;left&quot;:45.6,&quot;top&quot;:93.7,&quot;width&quot;:896.8}"/>
</p:tagLst>
</file>

<file path=ppt/tags/tag133.xml><?xml version="1.0" encoding="utf-8"?>
<p:tagLst xmlns:p="http://schemas.openxmlformats.org/presentationml/2006/main">
  <p:tag name="KSO_WM_DIAGRAM_VIRTUALLY_FRAME" val="{&quot;height&quot;:336.2696850393701,&quot;left&quot;:45.6,&quot;top&quot;:93.7,&quot;width&quot;:896.8}"/>
</p:tagLst>
</file>

<file path=ppt/tags/tag134.xml><?xml version="1.0" encoding="utf-8"?>
<p:tagLst xmlns:p="http://schemas.openxmlformats.org/presentationml/2006/main">
  <p:tag name="KSO_WM_DIAGRAM_VIRTUALLY_FRAME" val="{&quot;height&quot;:336.2696850393701,&quot;left&quot;:45.6,&quot;top&quot;:93.7,&quot;width&quot;:896.8}"/>
</p:tagLst>
</file>

<file path=ppt/tags/tag135.xml><?xml version="1.0" encoding="utf-8"?>
<p:tagLst xmlns:p="http://schemas.openxmlformats.org/presentationml/2006/main">
  <p:tag name="KSO_WM_DIAGRAM_VIRTUALLY_FRAME" val="{&quot;height&quot;:336.2696850393701,&quot;left&quot;:45.6,&quot;top&quot;:93.7,&quot;width&quot;:896.8}"/>
</p:tagLst>
</file>

<file path=ppt/tags/tag136.xml><?xml version="1.0" encoding="utf-8"?>
<p:tagLst xmlns:p="http://schemas.openxmlformats.org/presentationml/2006/main">
  <p:tag name="KSO_WM_DIAGRAM_VIRTUALLY_FRAME" val="{&quot;height&quot;:336.2696850393701,&quot;left&quot;:45.6,&quot;top&quot;:93.7,&quot;width&quot;:896.8}"/>
</p:tagLst>
</file>

<file path=ppt/tags/tag137.xml><?xml version="1.0" encoding="utf-8"?>
<p:tagLst xmlns:p="http://schemas.openxmlformats.org/presentationml/2006/main">
  <p:tag name="KSO_WM_DIAGRAM_VIRTUALLY_FRAME" val="{&quot;height&quot;:336.2696850393701,&quot;left&quot;:45.6,&quot;top&quot;:93.7,&quot;width&quot;:896.8}"/>
</p:tagLst>
</file>

<file path=ppt/tags/tag138.xml><?xml version="1.0" encoding="utf-8"?>
<p:tagLst xmlns:p="http://schemas.openxmlformats.org/presentationml/2006/main">
  <p:tag name="KSO_WM_DIAGRAM_VIRTUALLY_FRAME" val="{&quot;height&quot;:336.2696850393701,&quot;left&quot;:45.6,&quot;top&quot;:93.7,&quot;width&quot;:896.8}"/>
</p:tagLst>
</file>

<file path=ppt/tags/tag139.xml><?xml version="1.0" encoding="utf-8"?>
<p:tagLst xmlns:p="http://schemas.openxmlformats.org/presentationml/2006/main">
  <p:tag name="KSO_WM_DIAGRAM_VIRTUALLY_FRAME" val="{&quot;height&quot;:472.6687655527906,&quot;left&quot;:55.2,&quot;top&quot;:65.73123444720937,&quot;width&quot;:850.8511023622048}"/>
</p:tagLst>
</file>

<file path=ppt/tags/tag140.xml><?xml version="1.0" encoding="utf-8"?>
<p:tagLst xmlns:p="http://schemas.openxmlformats.org/presentationml/2006/main">
  <p:tag name="KSO_WM_DIAGRAM_VIRTUALLY_FRAME" val="{&quot;height&quot;:472.6687655527906,&quot;left&quot;:55.2,&quot;top&quot;:65.73123444720937,&quot;width&quot;:850.8511023622048}"/>
</p:tagLst>
</file>

<file path=ppt/tags/tag141.xml><?xml version="1.0" encoding="utf-8"?>
<p:tagLst xmlns:p="http://schemas.openxmlformats.org/presentationml/2006/main">
  <p:tag name="KSO_WM_DIAGRAM_VIRTUALLY_FRAME" val="{&quot;height&quot;:472.6687655527906,&quot;left&quot;:55.2,&quot;top&quot;:65.73123444720937,&quot;width&quot;:850.8511023622048}"/>
</p:tagLst>
</file>

<file path=ppt/tags/tag142.xml><?xml version="1.0" encoding="utf-8"?>
<p:tagLst xmlns:p="http://schemas.openxmlformats.org/presentationml/2006/main">
  <p:tag name="KSO_WM_DIAGRAM_VIRTUALLY_FRAME" val="{&quot;height&quot;:472.6687655527906,&quot;left&quot;:55.2,&quot;top&quot;:65.73123444720937,&quot;width&quot;:850.8511023622048}"/>
</p:tagLst>
</file>

<file path=ppt/tags/tag143.xml><?xml version="1.0" encoding="utf-8"?>
<p:tagLst xmlns:p="http://schemas.openxmlformats.org/presentationml/2006/main">
  <p:tag name="KSO_WM_DIAGRAM_VIRTUALLY_FRAME" val="{&quot;height&quot;:472.6687655527906,&quot;left&quot;:55.2,&quot;top&quot;:65.73123444720937,&quot;width&quot;:850.8511023622048}"/>
</p:tagLst>
</file>

<file path=ppt/tags/tag144.xml><?xml version="1.0" encoding="utf-8"?>
<p:tagLst xmlns:p="http://schemas.openxmlformats.org/presentationml/2006/main">
  <p:tag name="KSO_WM_DIAGRAM_VIRTUALLY_FRAME" val="{&quot;height&quot;:472.6687655527906,&quot;left&quot;:55.2,&quot;top&quot;:65.73123444720937,&quot;width&quot;:850.8511023622048}"/>
</p:tagLst>
</file>

<file path=ppt/tags/tag145.xml><?xml version="1.0" encoding="utf-8"?>
<p:tagLst xmlns:p="http://schemas.openxmlformats.org/presentationml/2006/main">
  <p:tag name="KSO_WM_DIAGRAM_VIRTUALLY_FRAME" val="{&quot;height&quot;:472.6687655527906,&quot;left&quot;:55.2,&quot;top&quot;:65.73123444720937,&quot;width&quot;:850.8511023622048}"/>
</p:tagLst>
</file>

<file path=ppt/tags/tag146.xml><?xml version="1.0" encoding="utf-8"?>
<p:tagLst xmlns:p="http://schemas.openxmlformats.org/presentationml/2006/main">
  <p:tag name="KSO_WM_DIAGRAM_VIRTUALLY_FRAME" val="{&quot;height&quot;:472.6687655527906,&quot;left&quot;:55.2,&quot;top&quot;:65.73123444720937,&quot;width&quot;:850.8511023622048}"/>
</p:tagLst>
</file>

<file path=ppt/tags/tag147.xml><?xml version="1.0" encoding="utf-8"?>
<p:tagLst xmlns:p="http://schemas.openxmlformats.org/presentationml/2006/main">
  <p:tag name="KSO_WM_DIAGRAM_VIRTUALLY_FRAME" val="{&quot;height&quot;:472.6687655527906,&quot;left&quot;:55.2,&quot;top&quot;:65.73123444720937,&quot;width&quot;:850.8511023622048}"/>
</p:tagLst>
</file>

<file path=ppt/tags/tag148.xml><?xml version="1.0" encoding="utf-8"?>
<p:tagLst xmlns:p="http://schemas.openxmlformats.org/presentationml/2006/main">
  <p:tag name="KSO_WM_DIAGRAM_VIRTUALLY_FRAME" val="{&quot;height&quot;:472.6687655527906,&quot;left&quot;:55.2,&quot;top&quot;:65.73123444720937,&quot;width&quot;:850.8511023622048}"/>
</p:tagLst>
</file>

<file path=ppt/tags/tag149.xml><?xml version="1.0" encoding="utf-8"?>
<p:tagLst xmlns:p="http://schemas.openxmlformats.org/presentationml/2006/main">
  <p:tag name="KSO_WM_DIAGRAM_VIRTUALLY_FRAME" val="{&quot;height&quot;:472.6687655527906,&quot;left&quot;:55.2,&quot;top&quot;:65.73123444720937,&quot;width&quot;:850.8511023622048}"/>
</p:tagLst>
</file>

<file path=ppt/tags/tag150.xml><?xml version="1.0" encoding="utf-8"?>
<p:tagLst xmlns:p="http://schemas.openxmlformats.org/presentationml/2006/main">
  <p:tag name="KSO_WM_DIAGRAM_VIRTUALLY_FRAME" val="{&quot;height&quot;:472.6687655527906,&quot;left&quot;:55.2,&quot;top&quot;:65.73123444720937,&quot;width&quot;:850.8511023622048}"/>
</p:tagLst>
</file>

<file path=ppt/tags/tag151.xml><?xml version="1.0" encoding="utf-8"?>
<p:tagLst xmlns:p="http://schemas.openxmlformats.org/presentationml/2006/main">
  <p:tag name="KSO_WM_DIAGRAM_VIRTUALLY_FRAME" val="{&quot;height&quot;:472.6687655527906,&quot;left&quot;:55.2,&quot;top&quot;:65.73123444720937,&quot;width&quot;:850.8511023622048}"/>
</p:tagLst>
</file>

<file path=ppt/tags/tag152.xml><?xml version="1.0" encoding="utf-8"?>
<p:tagLst xmlns:p="http://schemas.openxmlformats.org/presentationml/2006/main">
  <p:tag name="KSO_WM_DIAGRAM_VIRTUALLY_FRAME" val="{&quot;height&quot;:472.6687655527906,&quot;left&quot;:55.2,&quot;top&quot;:65.73123444720937,&quot;width&quot;:850.8511023622048}"/>
</p:tagLst>
</file>

<file path=ppt/tags/tag153.xml><?xml version="1.0" encoding="utf-8"?>
<p:tagLst xmlns:p="http://schemas.openxmlformats.org/presentationml/2006/main">
  <p:tag name="KSO_WM_DIAGRAM_VIRTUALLY_FRAME" val="{&quot;height&quot;:472.6687655527906,&quot;left&quot;:55.2,&quot;top&quot;:65.73123444720937,&quot;width&quot;:850.8511023622048}"/>
</p:tagLst>
</file>

<file path=ppt/tags/tag154.xml><?xml version="1.0" encoding="utf-8"?>
<p:tagLst xmlns:p="http://schemas.openxmlformats.org/presentationml/2006/main">
  <p:tag name="KSO_WM_DIAGRAM_VIRTUALLY_FRAME" val="{&quot;height&quot;:472.6687655527906,&quot;left&quot;:55.2,&quot;top&quot;:65.73123444720937,&quot;width&quot;:850.8511023622048}"/>
</p:tagLst>
</file>

<file path=ppt/tags/tag155.xml><?xml version="1.0" encoding="utf-8"?>
<p:tagLst xmlns:p="http://schemas.openxmlformats.org/presentationml/2006/main">
  <p:tag name="KSO_WM_DIAGRAM_VIRTUALLY_FRAME" val="{&quot;height&quot;:472.6687655527906,&quot;left&quot;:55.2,&quot;top&quot;:65.73123444720937,&quot;width&quot;:850.8511023622048}"/>
</p:tagLst>
</file>

<file path=ppt/tags/tag156.xml><?xml version="1.0" encoding="utf-8"?>
<p:tagLst xmlns:p="http://schemas.openxmlformats.org/presentationml/2006/main">
  <p:tag name="KSO_WM_DIAGRAM_VIRTUALLY_FRAME" val="{&quot;height&quot;:472.6687655527906,&quot;left&quot;:55.2,&quot;top&quot;:65.73123444720937,&quot;width&quot;:850.8511023622048}"/>
</p:tagLst>
</file>

<file path=ppt/tags/tag157.xml><?xml version="1.0" encoding="utf-8"?>
<p:tagLst xmlns:p="http://schemas.openxmlformats.org/presentationml/2006/main">
  <p:tag name="KSO_WM_DIAGRAM_VIRTUALLY_FRAME" val="{&quot;height&quot;:472.6687655527906,&quot;left&quot;:55.2,&quot;top&quot;:65.73123444720937,&quot;width&quot;:850.8511023622048}"/>
</p:tagLst>
</file>

<file path=ppt/tags/tag158.xml><?xml version="1.0" encoding="utf-8"?>
<p:tagLst xmlns:p="http://schemas.openxmlformats.org/presentationml/2006/main">
  <p:tag name="KSO_WM_DIAGRAM_VIRTUALLY_FRAME" val="{&quot;height&quot;:472.6687655527906,&quot;left&quot;:55.2,&quot;top&quot;:65.73123444720937,&quot;width&quot;:850.8511023622048}"/>
</p:tagLst>
</file>

<file path=ppt/tags/tag159.xml><?xml version="1.0" encoding="utf-8"?>
<p:tagLst xmlns:p="http://schemas.openxmlformats.org/presentationml/2006/main">
  <p:tag name="KSO_WM_DIAGRAM_VIRTUALLY_FRAME" val="{&quot;height&quot;:472.6687655527906,&quot;left&quot;:55.2,&quot;top&quot;:65.73123444720937,&quot;width&quot;:850.8511023622048}"/>
</p:tagLst>
</file>

<file path=ppt/tags/tag160.xml><?xml version="1.0" encoding="utf-8"?>
<p:tagLst xmlns:p="http://schemas.openxmlformats.org/presentationml/2006/main">
  <p:tag name="KSO_WM_DIAGRAM_VIRTUALLY_FRAME" val="{&quot;height&quot;:472.6687655527906,&quot;left&quot;:55.2,&quot;top&quot;:65.73123444720937,&quot;width&quot;:850.8511023622048}"/>
</p:tagLst>
</file>

<file path=ppt/tags/tag161.xml><?xml version="1.0" encoding="utf-8"?>
<p:tagLst xmlns:p="http://schemas.openxmlformats.org/presentationml/2006/main">
  <p:tag name="KSO_WM_DIAGRAM_VIRTUALLY_FRAME" val="{&quot;height&quot;:472.6687655527906,&quot;left&quot;:55.2,&quot;top&quot;:65.73123444720937,&quot;width&quot;:850.8511023622048}"/>
</p:tagLst>
</file>

<file path=ppt/tags/tag162.xml><?xml version="1.0" encoding="utf-8"?>
<p:tagLst xmlns:p="http://schemas.openxmlformats.org/presentationml/2006/main">
  <p:tag name="KSO_WM_DIAGRAM_VIRTUALLY_FRAME" val="{&quot;height&quot;:472.6687655527906,&quot;left&quot;:55.2,&quot;top&quot;:65.73123444720937,&quot;width&quot;:850.8511023622048}"/>
</p:tagLst>
</file>

<file path=ppt/tags/tag163.xml><?xml version="1.0" encoding="utf-8"?>
<p:tagLst xmlns:p="http://schemas.openxmlformats.org/presentationml/2006/main">
  <p:tag name="KSO_WM_DIAGRAM_VIRTUALLY_FRAME" val="{&quot;height&quot;:472.6687655527906,&quot;left&quot;:55.2,&quot;top&quot;:65.73123444720937,&quot;width&quot;:850.8511023622048}"/>
</p:tagLst>
</file>

<file path=ppt/tags/tag164.xml><?xml version="1.0" encoding="utf-8"?>
<p:tagLst xmlns:p="http://schemas.openxmlformats.org/presentationml/2006/main">
  <p:tag name="KSO_WM_DIAGRAM_VIRTUALLY_FRAME" val="{&quot;height&quot;:472.6687655527906,&quot;left&quot;:55.2,&quot;top&quot;:65.73123444720937,&quot;width&quot;:850.8511023622048}"/>
</p:tagLst>
</file>

<file path=ppt/tags/tag165.xml><?xml version="1.0" encoding="utf-8"?>
<p:tagLst xmlns:p="http://schemas.openxmlformats.org/presentationml/2006/main">
  <p:tag name="KSO_WM_DIAGRAM_VIRTUALLY_FRAME" val="{&quot;height&quot;:472.6687655527906,&quot;left&quot;:55.2,&quot;top&quot;:65.73123444720937,&quot;width&quot;:850.8511023622048}"/>
</p:tagLst>
</file>

<file path=ppt/tags/tag166.xml><?xml version="1.0" encoding="utf-8"?>
<p:tagLst xmlns:p="http://schemas.openxmlformats.org/presentationml/2006/main">
  <p:tag name="KSO_WM_DIAGRAM_VIRTUALLY_FRAME" val="{&quot;height&quot;:472.6687655527906,&quot;left&quot;:55.2,&quot;top&quot;:65.73123444720937,&quot;width&quot;:850.8511023622048}"/>
</p:tagLst>
</file>

<file path=ppt/tags/tag167.xml><?xml version="1.0" encoding="utf-8"?>
<p:tagLst xmlns:p="http://schemas.openxmlformats.org/presentationml/2006/main">
  <p:tag name="PA" val="v3.0.1"/>
</p:tagLst>
</file>

<file path=ppt/tags/tag168.xml><?xml version="1.0" encoding="utf-8"?>
<p:tagLst xmlns:p="http://schemas.openxmlformats.org/presentationml/2006/main">
  <p:tag name="resource_record_key" val="{&quot;10&quot;:[19963827,3649130]}"/>
</p:tagLst>
</file>

<file path=ppt/theme/theme1.xml><?xml version="1.0" encoding="utf-8"?>
<a:theme xmlns:a="http://schemas.openxmlformats.org/drawingml/2006/main" name="1_正文页版式-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思源黑体 CN Regular"/>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思源黑体 CN Regular"/>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思源黑体 CN Regular"/>
        <a:ea typeface=""/>
        <a:cs typeface=""/>
        <a:font script="Jpan" typeface="游ゴシック Light"/>
        <a:font script="Hang" typeface="맑은 고딕"/>
        <a:font script="Hans" typeface="思源黑体 CN Regular"/>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游ゴシック"/>
        <a:font script="Hang" typeface="맑은 고딕"/>
        <a:font script="Hans" typeface="思源黑体 CN Regular"/>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5724</Words>
  <Application>WPS 演示</Application>
  <PresentationFormat>宽屏</PresentationFormat>
  <Paragraphs>671</Paragraphs>
  <Slides>24</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24</vt:i4>
      </vt:variant>
    </vt:vector>
  </HeadingPairs>
  <TitlesOfParts>
    <vt:vector size="39" baseType="lpstr">
      <vt:lpstr>Arial</vt:lpstr>
      <vt:lpstr>宋体</vt:lpstr>
      <vt:lpstr>Wingdings</vt:lpstr>
      <vt:lpstr>思源黑体 CN Regular</vt:lpstr>
      <vt:lpstr>思源黑体 CN Bold</vt:lpstr>
      <vt:lpstr>微软雅黑</vt:lpstr>
      <vt:lpstr>Arial Unicode MS</vt:lpstr>
      <vt:lpstr>思源黑体 CN Medium</vt:lpstr>
      <vt:lpstr>HarmonyOS Sans SC</vt:lpstr>
      <vt:lpstr>Calibri</vt:lpstr>
      <vt:lpstr>Montserrat</vt:lpstr>
      <vt:lpstr>思源黑体 CN Normal</vt:lpstr>
      <vt:lpstr>Wingdings</vt:lpstr>
      <vt:lpstr>微软雅黑 Light</vt:lpstr>
      <vt:lpstr>1_正文页版式-1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 大周</cp:lastModifiedBy>
  <cp:revision>144</cp:revision>
  <dcterms:created xsi:type="dcterms:W3CDTF">2019-09-19T02:01:00Z</dcterms:created>
  <dcterms:modified xsi:type="dcterms:W3CDTF">2026-07-01T08:56:48Z</dcterms:modified>
</cp:coreProperties>
</file>

<file path=docProps/custom.xml><?xml version="1.0" encoding="utf-8"?>
<op:Properties xmlns:vt="http://schemas.openxmlformats.org/officeDocument/2006/docPropsVTypes" xmlns:op="http://schemas.openxmlformats.org/officeDocument/2006/custom-properties">
  <op:property fmtid="{D5CDD505-2E9C-101B-9397-08002B2CF9AE}" pid="2" name="KSOProductBuildVer">
    <vt:lpwstr>2052-12.1.0.26895</vt:lpwstr>
  </op:property>
  <op:property fmtid="{D5CDD505-2E9C-101B-9397-08002B2CF9AE}" pid="3" name="_IPGFID">
    <vt:lpwstr>[DocID]=71124EC1-3663-4475-81B7-C0429BB5E892</vt:lpwstr>
  </op:property>
  <op:property fmtid="{D5CDD505-2E9C-101B-9397-08002B2CF9AE}" pid="4" name="_IPGFLOW_P-9B25_E-1_FP-1_SP-1_CV-3A21C94E_CN-7727354B">
    <vt:lpwstr>+9bFD/rNNZGut5UlPAwTI3Xm1Qti/h+tt0wsf9rbzBcf8+9fjyq9svCUmGAfTPBogFHrPXFgrdn8zdqiboe48tuV1wsrTVe0+Ed1sHZCryylCLDxQ7MyFGgGF2WZfuE8fVIa7tDSXXBHABxDQu/4bykqGDbflOl4XuXqFvd1BcaW5mUiiwApVunzzNBF2WZfyrMpcX77PaD0kNQ3D6p5tpkuzAPP/Bht41U2UPj7Tb3/ZApP7fQOjvvZaKKRe33</vt:lpwstr>
  </op:property>
  <op:property fmtid="{D5CDD505-2E9C-101B-9397-08002B2CF9AE}" pid="5" name="_IPGFLOW_P-9B25_E-1_FP-1_SP-2_CV-5D369C39_CN-6CD076BE">
    <vt:lpwstr>1upVXLH2CL76S0235lWo8qkRyv8o+Z+CTGS7ZJaBe9xbjOvejAL7ISW+cLE/52ALAexAra/7ofvPJLt61rvM/xj4rOLrlT1sKChw7mx7LF9OMIbGGW7J1yVzrjDVCmXsjFeyw8GDuehXHyitbogzwfxjHKW1wYMozeW09jcB6pDglc+RD0J1h9dEqQsozuP9177KHdRZs781fLUe3OlJc/NFITARYbM0+KnuKZKpUojI=</vt:lpwstr>
  </op:property>
  <op:property fmtid="{D5CDD505-2E9C-101B-9397-08002B2CF9AE}" pid="6" name="_IPGFLOW_P-9B25_E-0_FP-1_CV-96F3ED08_CN-255B9A24">
    <vt:lpwstr>DPSPMK|3|492|2|0</vt:lpwstr>
  </op:property>
  <op:property fmtid="{D5CDD505-2E9C-101B-9397-08002B2CF9AE}" pid="7" name="_IPGFLOW_P-9B25_E-1_FP-2_SP-1_CV-F66FE31B_CN-4B525C5D">
    <vt:lpwstr>+9bFD/rNNZGut5UlPAwTIxEGlIRYdiczn80SvYD16MFq43woiSt+aIlQmScMbd6f80llnNDCZgcPtaY3gjOJfUX3ElObxBcUvUR2Zspb+x4y8T7TwmsCPVqr3J1B0y5h2yQXQhByFCA+H91BJu5ZcNUZRqCwmhHYDQ2JZek11Vn388Cfl9sYaB2CrQ27HEivPZPg9h42+lE7uHmIat/Hb5VdaTDDU/MLhB5uHzzeQyMUwSiLk2GBYFs0oKGaWDC</vt:lpwstr>
  </op:property>
  <op:property fmtid="{D5CDD505-2E9C-101B-9397-08002B2CF9AE}" pid="8" name="_IPGFLOW_P-9B25_E-1_FP-2_SP-2_CV-A841E5BF_CN-ADAA4D9D">
    <vt:lpwstr>4kbVvtzQyzg2VuAHTYzPkGmZPZTOyYOHskWZ2kuAji1yx95whl47fKZDyAsRG8S5pXTdKSnpwq+z39xxPx5pYec+AOka9I135MyXyhiMorsnKaQlazxqVu57xpQqboude2Gn452HroAIFfKHMxd/DxivYhyj2NBWd5kcswuvQfdo=</vt:lpwstr>
  </op:property>
  <op:property fmtid="{D5CDD505-2E9C-101B-9397-08002B2CF9AE}" pid="9" name="_IPGFLOW_P-9B25_E-0_FP-2_CV-B684056A_CN-9CF2F75A">
    <vt:lpwstr>DPSPMK|3|428|2|0</vt:lpwstr>
  </op:property>
  <op:property fmtid="{D5CDD505-2E9C-101B-9397-08002B2CF9AE}" pid="10" name="DOCPROPERTY_INTERNAL_DELFLAGS2">
    <vt:lpwstr>1</vt:lpwstr>
  </op:property>
  <op:property fmtid="{D5CDD505-2E9C-101B-9397-08002B2CF9AE}" pid="11" name="_IPGFLOW_P-9B25_E-1_FP-3_SP-1_CV-3B21B3AE_CN-A4782B55">
    <vt:lpwstr>+9bFD/rNNZGut5UlPAwTI/Hk3JAiGh3mshsmm+t/KDTccrhLmjaem5mXNmao2U0Kh0YStniwN3vDbt66jkvaQvWt6sp9ZJln58z41wWzYXWiIDQZGq3je1xb9uj9dC1qrDAbatNHzuu7eR1Y+q7ZD+gNaqWFDkviWofTLUau51Ah3FVaIz1WXJ5tcoSrJyuG44ncxi2W5j4srpmdS/Ial0E6263b93oeW47uyYYobILOSrdy61BOxkSjeLTKOEu</vt:lpwstr>
  </op:property>
  <op:property fmtid="{D5CDD505-2E9C-101B-9397-08002B2CF9AE}" pid="12" name="_IPGFLOW_P-9B25_E-1_FP-3_SP-2_CV-14F529A6_CN-1EB8492C">
    <vt:lpwstr>+ylde/mtaSfJbqOi7YOHIf7/Dx0+oay8Ki9+RTYv9woKB2tVtjuh3YIEITOEvfOBJCZP91ki60bd1aKar8Lbr8+wk1FAUFRvVwBvLTd8KRD6rvh9RAuU2ymMKPDRLMjTCnuuW2P5il1WfyFUYO4KWR7KnWnqdHJCoPKeE4GD9I6uE07WyWY8fVmHyip8N2qBj8PF80tvFlot84ObZ01HwwYWbV2f1xTRJwnEnnn3MikU=</vt:lpwstr>
  </op:property>
  <op:property fmtid="{D5CDD505-2E9C-101B-9397-08002B2CF9AE}" pid="13" name="_IPGFLOW_P-9B25_E-0_FP-3_CV-96F3ED08_CN-45072F6F">
    <vt:lpwstr>DPSPMK|3|492|2|0</vt:lpwstr>
  </op:property>
  <op:property fmtid="{D5CDD505-2E9C-101B-9397-08002B2CF9AE}" pid="14" name="ICV">
    <vt:lpwstr>462FE110E3144F288E807BE2D9FA34C0</vt:lpwstr>
  </op:property>
  <op:property fmtid="{D5CDD505-2E9C-101B-9397-08002B2CF9AE}" pid="15" name="_IPGFLOW_P-9B25_E-1_FP-4_SP-1_CV-5C917D9E_CN-A5300E44">
    <vt:lpwstr>zTgul2Cvp9Oe7R51jSVXKX8IUVy2Akmpqb1FW75NuK+6dk5su9q8tqqBdoGbJHx4PEc4dog7U/XzDp8zbRHpPQ3ze67oy//i92kzN6IUgItIAYmztDZjOevTIVOjhFAw0FvuEIq84/m599bx4po1YhDSoWejevb9o1N9wnB/bN+WgMkdllKzI3gzpOZLT2vWLejLXlqgaQueqasv71OheGEJr1A3tggshuSknKkWJFdjsEJcni09XomMQ5DW3Oo</vt:lpwstr>
  </op:property>
  <op:property fmtid="{D5CDD505-2E9C-101B-9397-08002B2CF9AE}" pid="16" name="_IPGFLOW_P-9B25_E-1_FP-4_SP-2_CV-F6D67AB2_CN-85884F33">
    <vt:lpwstr>ycEYbev0ONyQF5ttifAKN2bI1o1MjEILu5fvPRdJZ6YhRG86oi88a3llfOoiA5jvQ/r0pOCJzDmkeiuhPgynjcMbcZdGT4NkojnE7ql6/dWL5us33Zj5/Dk6py664yXGvEiRnd837hF+T07FI5sGuKmmF6CJNyJagNDbEq+ULuZXqRS206bVdy2eGJiq9lmuM</vt:lpwstr>
  </op:property>
  <op:property fmtid="{D5CDD505-2E9C-101B-9397-08002B2CF9AE}" pid="17" name="_IPGFLOW_P-9B25_E-0_FP-4_CV-60DDE677_CN-C35A41D">
    <vt:lpwstr>DPSPMK|3|448|2|0</vt:lpwstr>
  </op:property>
  <op:property fmtid="{D5CDD505-2E9C-101B-9397-08002B2CF9AE}" pid="18" name="_IPGFLOW_P-9B25_E-1_FP-5_SP-1_CV-17937448_CN-63240A9B">
    <vt:lpwstr>zTgul2Cvp9Oe7R51jSVXKXWOnazejjQn+0dlUJKt5ptmupmwLFMEmauI/ZemNgmCmS2uJygCG6oL/DNNTiUnegqr3eZ1nRwCPy4XBzVEKSYlkHqypUWV5ni5BHR98+WtKOyh1EhE/HFOzdK4Uilep/lxKfkoU1wtZV6DUfYTds+qM8oVLRiNA2GnnbrVg2YqlP6JcMKdJWmt+qKexwkn5+1OIupsK3SiNPGTcRFAUd1n3mOsc+uquy1or2AtDPy</vt:lpwstr>
  </op:property>
  <op:property fmtid="{D5CDD505-2E9C-101B-9397-08002B2CF9AE}" pid="19" name="_IPGFLOW_P-9B25_E-1_FP-5_SP-2_CV-3A132D77_CN-279DD064">
    <vt:lpwstr>52b0V3sZQ4ezXfOVSrDSVAuAJwWre0SUCHDwX3+6Vpt2EQceKHeIjYWD5tQJg1x+pjhv6rjJgD1ioESIoPxZs6ARJoCp0vYEP9sAbJ5Qr8da3mC6S9lIL/PwDUuUVnZWlb2MbMIbgsbXP92zMuZ+JgV+EBUwtSN1mx31rETRf98X3Wt0aOdwv4t2touAF1q+z</vt:lpwstr>
  </op:property>
  <op:property fmtid="{D5CDD505-2E9C-101B-9397-08002B2CF9AE}" pid="20" name="_IPGFLOW_P-9B25_E-0_FP-5_CV-60DDE677_CN-D1A37D98">
    <vt:lpwstr>DPSPMK|3|448|2|0</vt:lpwstr>
  </op:property>
  <op:property fmtid="{D5CDD505-2E9C-101B-9397-08002B2CF9AE}" pid="21" name="_IPGFLOW_P-9B25_E-1_FP-6_SP-1_CV-522A2CBB_CN-19D07D7D">
    <vt:lpwstr>zTgul2Cvp9Oe7R51jSVXKWQutuXKH7WiNDIjOunso7QveFeg++rs2GHQcsmebOP20QmJHPiDyp9HZAj7iWnzX9W1HToz4ZZ4QFz3YnNChHkfKv3KLNq68OGlfM4pVfo5OGELiGAyWvAvIVmmtN/aAgzwSjEutbBgAahukg20RulQyJZ4j15j3tHU0XMf84/wjteH/OsNee71GZ+UlDsEcMPRYULNg8KdXlJbXj9bQvIvsmT6vaO49qLQYqYGJwy</vt:lpwstr>
  </op:property>
  <op:property fmtid="{D5CDD505-2E9C-101B-9397-08002B2CF9AE}" pid="22" name="_IPGFLOW_P-9B25_E-1_FP-6_SP-2_CV-EEF1EE19_CN-7944A788">
    <vt:lpwstr>2zlxixryURgqgYUvuwd87dehUY5Ks5Qcc/soOiqB3QfB4wXFO5sgcW7bQ2vx5DLVCtrafxwFsPCPhWqbKzbbOGjqOet1Lxqk4EyFNn6i9kNHt0eJD3FyBqtkV2um9sXGX3JPU4zoDRv/NxpwK1mAfbpT7MZIDyO76je+g/CBBQukRYMwDNWvZCv6fnOr0XZVM</vt:lpwstr>
  </op:property>
  <op:property fmtid="{D5CDD505-2E9C-101B-9397-08002B2CF9AE}" pid="23" name="_IPGFLOW_P-9B25_E-0_FP-6_CV-60DDE677_CN-6C691156">
    <vt:lpwstr>DPSPMK|3|448|2|0</vt:lpwstr>
  </op:property>
  <op:property fmtid="{D5CDD505-2E9C-101B-9397-08002B2CF9AE}" pid="24" name="_IPGFLOW_P-9B25_E-1_FP-7_SP-1_CV-39588FE2_CN-AD1FE193">
    <vt:lpwstr>zTgul2Cvp9Oe7R51jSVXKTA1Qixa019K0fjRxJuloGnMAG/nMVR8lcBiebLSyb163bSJFQHvQRxjCCk8qTWzlbzykUMuLiQ8SfTEhK21/Br6+TNRnI79dMh95Yw8t+jcrVYjbPbcGMpWcxtURvog937WKDbLFOO0l537g0rkveLtLIBFSwvGCciJgSoT+EgNhNU/mmKk10UN99hxcBm7oERpVnZjZkyqDPxg0yr85wG4ZVNqAtNlx5h43eaWpvI</vt:lpwstr>
  </op:property>
  <op:property fmtid="{D5CDD505-2E9C-101B-9397-08002B2CF9AE}" pid="25" name="_IPGFLOW_P-9B25_E-1_FP-7_SP-2_CV-A006FB5D_CN-9E75A33D">
    <vt:lpwstr>o7tNd2y1a6nQsa53Da1a3Epdzgs/0vQiCu6e+QcTiLLKKPoDPZn8zTC3SH3Lh0LopIFgGcd3tBpMDmAHrZUmTJtI7/r5JbHkji570EU1cP/1ozlJdDFfCDlO8fYSMuAiA6krU5nv6dlMGe/zAt7eNhZDzONi7tVnb83bsePfRNImLuJ6c3vrovXQlODUMXRk2</vt:lpwstr>
  </op:property>
  <op:property fmtid="{D5CDD505-2E9C-101B-9397-08002B2CF9AE}" pid="26" name="_IPGFLOW_P-9B25_E-0_FP-7_CV-60DDE677_CN-B1FFC8D3">
    <vt:lpwstr>DPSPMK|3|448|2|0</vt:lpwstr>
  </op:property>
  <op:property fmtid="{D5CDD505-2E9C-101B-9397-08002B2CF9AE}" pid="27" name="_IPGFLOW_P-9B25_E-1_FP-8_SP-1_CV-670B64A5_CN-EDB2C2B5">
    <vt:lpwstr>kK2RA/Q6jRakwW2luHDoUmriBQW/BZFMeFAPn0eYR5rknk+GtAgfJHgBQrBZkeVqNwsMkeAWL40r1EUZOCE6MuQKBO/3dgodbDD6d7Oy8SzXGQDGrRPl7ykNDOIvdyytMYvQmd4RuPSsLZpQEKkhYcG+SgzfT4vETqQ+Zqo1KUdUNHiXA7FPsWPki9/zx+vlCYCttKtgWss8cwgaBgeYtM+tF908q4Yia5s99Q9mQ1Q3NoQKZrr+ydRyUvOhzpZ</vt:lpwstr>
  </op:property>
  <op:property fmtid="{D5CDD505-2E9C-101B-9397-08002B2CF9AE}" pid="28" name="_IPGFLOW_P-9B25_E-1_FP-8_SP-2_CV-5EDADAAB_CN-2F7E7BAE">
    <vt:lpwstr>/WVaR1RYNo8VUBwiZVWQLVuf3PqDwlJIhbIAfPksEfMX5lT1V2Kfhg8LyshwuZff4XgoaoTdzWG0Hyxp9NOSYOvnEzvgzBaGnIX6OCCOs8+WbH7AkHztbvCeunBztGJgyrGyOs0F006UUck+js5NH14PcfSCJI69pqLmdBetMQlQ1lsAZLN/legRqROKuZYTdBKi0MJ4RzK5Ceijo/YaEa5/UwD3F5LPfXow02ulTaLooiSnwGAwrKdm2rIjxce</vt:lpwstr>
  </op:property>
  <op:property fmtid="{D5CDD505-2E9C-101B-9397-08002B2CF9AE}" pid="29" name="_IPGFLOW_P-9B25_E-1_FP-8_SP-3_CV-C57B5DF2_CN-74A50D41">
    <vt:lpwstr>RctqgcP0MpfyMKDD/Xq5WwpzdZI0tdkqZORZRhfggZR1Y=</vt:lpwstr>
  </op:property>
  <op:property fmtid="{D5CDD505-2E9C-101B-9397-08002B2CF9AE}" pid="30" name="_IPGFLOW_P-9B25_E-0_FP-8_CV-B304EA30_CN-4DAA197B">
    <vt:lpwstr>DPSPMK|3|556|3|0</vt:lpwstr>
  </op:property>
  <op:property fmtid="{D5CDD505-2E9C-101B-9397-08002B2CF9AE}" pid="31" name="_IPGFLOW_P-9B25_E-1_FP-9_SP-1_CV-82C22DE2_CN-10AD79C1">
    <vt:lpwstr>dVLrv374lexHzV2RPJ5i7bWS3VpnKUzdj15/8f70MWeuwOlAuU+fwkIb5CAYVwETbofY1sdfHvg5Wg/567Z3zuF8axQyTzhESYFRYIH/I+nq9lMGQcqqXhNLcIh/s3arPj5vku7cP3eTSip6Ov/iJPQD/4S3/LbJP+XnsMplJd1znrGNFH7PfHICCDAieyCi7O1y+3iFUNZX9t73wubRm2t/7i/2jF/H8o6BzQAk3ZeMwMI+14sx85FJJNNDfvr</vt:lpwstr>
  </op:property>
  <op:property fmtid="{D5CDD505-2E9C-101B-9397-08002B2CF9AE}" pid="32" name="_IPGFLOW_P-9B25_E-1_FP-9_SP-2_CV-6F295F6D_CN-34430E9B">
    <vt:lpwstr>FcXnYzPYprpVk1fDM8dMzt4xmA+5hP5/PILyMKqvV1MBBvKsj6myfNMVP8aZvKOzsGMI4yIBu4rkO/CRIqr9vmCMLJqckalyCFTyuVTijSbAwOQJght9qzuVqT71JbefxcFxYxR0j3qzDVAoNrANIaJ1amT97f3BO9xpbxKAodcR53ABrsMUvhvsvlL3LozG/RVESfTlLDZZi7imonYfPdmD145Zka0wz6V05kysqOOnIUbfyvaGiW66t1YgaeV</vt:lpwstr>
  </op:property>
  <op:property fmtid="{D5CDD505-2E9C-101B-9397-08002B2CF9AE}" pid="33" name="_IPGFLOW_P-9B25_E-1_FP-9_SP-3_CV-BDD6E5FC_CN-85A8BA90">
    <vt:lpwstr>96+wsLmjptXIJwXpF6qZNc1Q==</vt:lpwstr>
  </op:property>
  <op:property fmtid="{D5CDD505-2E9C-101B-9397-08002B2CF9AE}" pid="34" name="_IPGFLOW_P-9B25_E-0_FP-9_CV-655D092D_CN-3A99F6F0">
    <vt:lpwstr>DPSPMK|3|536|3|0</vt:lpwstr>
  </op:property>
  <op:property fmtid="{D5CDD505-2E9C-101B-9397-08002B2CF9AE}" pid="35" name="_IPGFLOW_P-9B25_E-0_CV-78A357D3_CN-97F80BBF">
    <vt:lpwstr>DPFPMK|3|50|10|0</vt:lpwstr>
  </op:property>
  <op:property fmtid="{D5CDD505-2E9C-101B-9397-08002B2CF9AE}" pid="36" name="_IPGFLOW_P-9B25_E-1_FP-A_SP-1_CV-6321369D_CN-2F92C71F">
    <vt:lpwstr>mcZGpYUnuxnNQQHBMJbClJwFakhGfayA2aBpQN1694G5FGIHlyI/Sz1aKLLLZtRqA/oAAFeeLA+S32FmgmP//y9m2QrD6IP8V6zo7HV1MHqoHBLWQAhoBqkmok0izioWflwSmnnzwKqNk2yWIyWHiR/Chwm0YPT3JtT1M+fX7vpYmDyugwDpCIyE+mraeJNtoS4T/fR3JVoKoO21mr6zNru5EyBsncB23KJrqWSCyYsLH7B5dU5nxsmp5e7G1FG</vt:lpwstr>
  </op:property>
  <op:property fmtid="{D5CDD505-2E9C-101B-9397-08002B2CF9AE}" pid="37" name="_IPGFLOW_P-9B25_E-1_FP-A_SP-2_CV-246F717C_CN-891CDC93">
    <vt:lpwstr>3li/hX+a81URoIo4uqzYuoJtZLsMflDMVqFcVSlWxb1NPKnhPUtOaNKhDh0TPw5Ci14hFE/a9AYVUKkjTfLnDNDzMI86zgW4aMDvLUIpW+DJsVTIWJ/RX37uLE8YXjl2aIhOgl4EhjROikJdsmTJEhj3S1PVXGo5/yLnhmqcaxkfNOPR/Rido1ygyHBPafnwm3Fzgrg95HGyEfqVVKF7dxMVEE6lexvXRt38oztAi/g6NrYFIhqmMbftsBFAPOh</vt:lpwstr>
  </op:property>
  <op:property fmtid="{D5CDD505-2E9C-101B-9397-08002B2CF9AE}" pid="38" name="_IPGFLOW_P-9B25_E-1_FP-A_SP-3_CV-C5888631_CN-69A473B5">
    <vt:lpwstr>C9</vt:lpwstr>
  </op:property>
  <op:property fmtid="{D5CDD505-2E9C-101B-9397-08002B2CF9AE}" pid="39" name="_IPGFLOW_P-9B25_E-0_FP-A_CV-DD150EE6_CN-A2B9F117">
    <vt:lpwstr>DPSPMK|3|512|3|0</vt:lpwstr>
  </op:property>
  <op:property fmtid="{D5CDD505-2E9C-101B-9397-08002B2CF9AE}" pid="40" name="_IPGLAB_P-9B25_E-1_CV-1C064449_CN-DBFC19E3">
    <vt:lpwstr>JsGcuhBMxAW5sd5zJ+IlXjOh1td5k3vBoSpBIb59se70/pEGZhmQ7Zngudzlfi+2</vt:lpwstr>
  </op:property>
</op:Properties>
</file>